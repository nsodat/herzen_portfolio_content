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777D3-2304-4C04-B69C-9C2710F47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7F6A25-6442-4D8F-BDEE-5EFEBAC6F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2AFA54-3B64-4334-AE45-B156A69C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18C757-A5B8-4638-9247-CCF71E6D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89CF86-283B-4B7D-8125-6717D056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72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82C92-99C0-461F-8143-9FC6630D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95D90D-55E9-4BF5-826C-C3C8BBB6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710DCA-11F8-4E90-A7A0-741E2855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7D1CB4-D0F5-422C-B0F5-A02B5A4A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B8EF3A-25EA-4CC4-B3A7-EB3B87B2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46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90462-B76B-4CD3-8268-329761C1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EBAD4A-1634-479F-9EFA-8A12385F5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E516A2-D824-4AC5-9DBE-AC8EAAA4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A8E0F4-0553-4931-AE2C-6152E025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689827-A529-41B5-A75B-9434DBA46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70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3BF5F-16AE-4843-A7DB-B0A0F7E8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AC8DB-EDD7-41A0-88CF-A4C161438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DAB5B8-D44C-46A7-BC52-8622AEAD4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7E517E-DA4B-41A2-B721-A65FBFD3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5767D-EF8F-4547-B686-B9D19E49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6239E6-8DA1-4BE5-8AB7-5A65A039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241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4C0B8-AB33-41BF-A25A-2A96F42E8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6C633-92A7-43DE-9DF8-FFCE62C1A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101613-45D5-42C3-9F49-28CD2C590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D2EDA79-6061-4BB3-8327-44D11714D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C788EF-D3D5-4E19-8B32-8A975574E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811417-58C0-4593-9874-F6CC0AEC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3B58C1-0B53-461A-8EB8-BFEF4300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500185-FA82-4BF2-80C4-96A686F1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4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6519D-7FD0-465C-B806-834A152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F1E358-7708-4406-9EB1-2431B717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56513A-BC92-4186-AEBF-CA4D551A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28DFDE-14AB-40F9-9EF0-54E10EC4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79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95EA28-B901-4474-8FBF-F259FCFF1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32FF9B-2BA5-4E45-BD3A-D164FC8C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9724A-AE81-4778-9C36-FE00DBE3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02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12522-167D-4C13-B88B-74CFBB0E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1E2835-A368-42AE-912D-F10C82CE4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9076D7-6362-4C24-8352-C4339598B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BB4FB2-1203-4136-99C0-9087BF85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077B8A-4601-4AC9-A1C0-79747B4B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7E90E1-63C3-4303-8D25-340549F4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32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B3E15-357D-40D3-8404-8232B470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C8A76C-EC10-47B5-BFF4-29FE0D721B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DDCB0F-9FEB-4166-9FF4-0C4B5308C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2C0708-A44D-4AD4-A153-0081E964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2A7D80-059F-4EC4-A633-CE42F235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CADCFB-CD35-48B5-8F58-DE7BD3FF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37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AC93A-BB4D-438B-B953-50BAFD47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67220D-D68C-463C-91FA-A0E5B82A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F137B8-C6CB-41E5-8839-3D5E3E38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DFF29-5C65-4685-A5CE-30FB7B8A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3E287A-247D-432C-B2EE-9FB32F56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91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6B7A82-0DE6-451F-9371-7708B4E48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262BF5-BC94-48CC-887B-8B51CD760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DA6CC2-DEF8-469B-A2D2-4264B88E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682772-EE44-4C56-8C41-87B7ED5F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EB3FB-FC33-48A9-96B2-EEF2A76E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87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70B4B-6DD3-4339-B222-11771644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6BE7C9-D1AC-4884-ABE7-5BBDB1958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DEB360-EE8A-48AC-A415-D18463A5D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34A65-B406-47D5-9B22-9E202FE6108A}" type="datetimeFigureOut">
              <a:rPr lang="ru-RU" smtClean="0"/>
              <a:t>18.12.2021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9D3B6A-9488-4736-A596-3E83A53C6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0EEBEA-2B6E-4B37-8274-05BF108A4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8057D-33B2-4C36-A6D9-660404D654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82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7A749-2626-4FAE-A8D9-998ED93E5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164465" marR="185420">
              <a:spcBef>
                <a:spcPts val="1180"/>
              </a:spcBef>
              <a:spcAft>
                <a:spcPts val="0"/>
              </a:spcAft>
            </a:pPr>
            <a:r>
              <a:rPr lang="ru-RU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КУРСОВАЯ</a:t>
            </a:r>
            <a:r>
              <a:rPr lang="ru-RU" sz="44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</a:t>
            </a:r>
            <a:endParaRPr lang="ru-RU" sz="13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A23339-43F3-486F-91C2-CB1B56EF3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Зависимость массы топлива ракеты от потребной скорости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8A45AD-4FE3-44E2-A0F8-161D3DA20C84}"/>
              </a:ext>
            </a:extLst>
          </p:cNvPr>
          <p:cNvSpPr/>
          <p:nvPr/>
        </p:nvSpPr>
        <p:spPr>
          <a:xfrm>
            <a:off x="7119257" y="6158202"/>
            <a:ext cx="52158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Выполнил: Шульга Евгений</a:t>
            </a:r>
          </a:p>
        </p:txBody>
      </p:sp>
    </p:spTree>
    <p:extLst>
      <p:ext uri="{BB962C8B-B14F-4D97-AF65-F5344CB8AC3E}">
        <p14:creationId xmlns:p14="http://schemas.microsoft.com/office/powerpoint/2010/main" val="103364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D5FEF-FD48-43B1-BCFD-B81F11E6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Формула Циолковского для массы топлива одноступенчатой ракеты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D0B3F19-C923-4816-AD92-3F69E3C2E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00" t="39430" r="25194" b="49179"/>
          <a:stretch/>
        </p:blipFill>
        <p:spPr>
          <a:xfrm>
            <a:off x="3040379" y="2628900"/>
            <a:ext cx="6794695" cy="2133600"/>
          </a:xfrm>
        </p:spPr>
      </p:pic>
    </p:spTree>
    <p:extLst>
      <p:ext uri="{BB962C8B-B14F-4D97-AF65-F5344CB8AC3E}">
        <p14:creationId xmlns:p14="http://schemas.microsoft.com/office/powerpoint/2010/main" val="239082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D5FEF-FD48-43B1-BCFD-B81F11E6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Формула Циолковского для массы топлива многоступенчатой ракеты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61DE2E63-7879-4A15-8733-F011213371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00" t="39430" r="25194" b="49179"/>
          <a:stretch/>
        </p:blipFill>
        <p:spPr>
          <a:xfrm>
            <a:off x="2902948" y="2482985"/>
            <a:ext cx="6794695" cy="21336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D86012-E295-4418-81C1-1FA11D728151}"/>
              </a:ext>
            </a:extLst>
          </p:cNvPr>
          <p:cNvSpPr/>
          <p:nvPr/>
        </p:nvSpPr>
        <p:spPr>
          <a:xfrm>
            <a:off x="1708078" y="5700712"/>
            <a:ext cx="918443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 полезной массе последующей ступени добавляется полная масса предыдущей*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F300FF-4ACF-4064-B168-DE4A8BE4DC6C}"/>
                  </a:ext>
                </a:extLst>
              </p:cNvPr>
              <p:cNvSpPr txBox="1"/>
              <p:nvPr/>
            </p:nvSpPr>
            <p:spPr>
              <a:xfrm>
                <a:off x="4478938" y="3418700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F300FF-4ACF-4064-B168-DE4A8BE4D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938" y="3418700"/>
                <a:ext cx="181140" cy="276999"/>
              </a:xfrm>
              <a:prstGeom prst="rect">
                <a:avLst/>
              </a:prstGeom>
              <a:blipFill>
                <a:blip r:embed="rId3"/>
                <a:stretch>
                  <a:fillRect l="-34483" r="-31034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19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51A458-1ED2-4801-86F1-04BF5CB7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920" y="290480"/>
            <a:ext cx="10515600" cy="1325563"/>
          </a:xfrm>
        </p:spPr>
        <p:txBody>
          <a:bodyPr/>
          <a:lstStyle/>
          <a:p>
            <a:r>
              <a:rPr lang="ru-RU" dirty="0"/>
              <a:t>Программа для расчёта массы топлива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7C6C5ED-DE2D-4D9D-BF1B-4AEA3310C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90" t="21788" r="11485" b="36709"/>
          <a:stretch/>
        </p:blipFill>
        <p:spPr>
          <a:xfrm>
            <a:off x="1010920" y="1236505"/>
            <a:ext cx="6445163" cy="261111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2BC6EC-A8FA-4449-B59F-CE79C78D82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17" t="21926" r="16999" b="36741"/>
          <a:stretch/>
        </p:blipFill>
        <p:spPr>
          <a:xfrm>
            <a:off x="1010920" y="3976686"/>
            <a:ext cx="6445163" cy="2877121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D6F79FA-BDC4-4D3C-96EC-7069889186D2}"/>
              </a:ext>
            </a:extLst>
          </p:cNvPr>
          <p:cNvSpPr txBox="1">
            <a:spLocks/>
          </p:cNvSpPr>
          <p:nvPr/>
        </p:nvSpPr>
        <p:spPr>
          <a:xfrm>
            <a:off x="6860203" y="1365568"/>
            <a:ext cx="4599344" cy="4964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35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5D330-1C1D-4B8C-A9BC-15290995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Программа для расчёта массы топлива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E99903-0038-4492-9E21-0434BF73291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8" t="65552" r="34020" b="15071"/>
          <a:stretch/>
        </p:blipFill>
        <p:spPr bwMode="auto">
          <a:xfrm>
            <a:off x="838200" y="1825625"/>
            <a:ext cx="6318380" cy="19999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9E4E5B-3DD7-4E25-8B8D-AAD6EF3D4E40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9" t="66056" r="22896" b="13360"/>
          <a:stretch/>
        </p:blipFill>
        <p:spPr bwMode="auto">
          <a:xfrm>
            <a:off x="838200" y="3909170"/>
            <a:ext cx="6318380" cy="19999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497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B28A2-4395-45E0-BCD5-EA4AE467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934AE-4CA5-45DD-B9E4-17A364CB1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285750">
              <a:lnSpc>
                <a:spcPct val="115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 курсовой работы, поставленные мною во введении были полностью выполнены, их решение в полной мере отражено в теоретической и практической части:</a:t>
            </a:r>
          </a:p>
          <a:p>
            <a:pPr>
              <a:lnSpc>
                <a:spcPct val="115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Изучена специальная литература по представленной теме</a:t>
            </a:r>
          </a:p>
          <a:p>
            <a:pPr>
              <a:lnSpc>
                <a:spcPct val="115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Рассмотрены ключевые понятия и определения</a:t>
            </a:r>
          </a:p>
          <a:p>
            <a:pPr>
              <a:lnSpc>
                <a:spcPct val="115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Представлена компьютерная модель графика зависимости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7148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92</Words>
  <Application>Microsoft Office PowerPoint</Application>
  <PresentationFormat>Широкоэкранный</PresentationFormat>
  <Paragraphs>14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Times New Roman</vt:lpstr>
      <vt:lpstr>Тема Office</vt:lpstr>
      <vt:lpstr>КУРСОВАЯ РАБОТА</vt:lpstr>
      <vt:lpstr>Формула Циолковского для массы топлива одноступенчатой ракеты</vt:lpstr>
      <vt:lpstr>Формула Циолковского для массы топлива многоступенчатой ракеты</vt:lpstr>
      <vt:lpstr>Программа для расчёта массы топлива</vt:lpstr>
      <vt:lpstr>Программа для расчёта массы топлива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dadaya21</dc:creator>
  <cp:lastModifiedBy>dadaya21</cp:lastModifiedBy>
  <cp:revision>2</cp:revision>
  <dcterms:created xsi:type="dcterms:W3CDTF">2021-12-17T21:19:16Z</dcterms:created>
  <dcterms:modified xsi:type="dcterms:W3CDTF">2021-12-18T05:53:23Z</dcterms:modified>
</cp:coreProperties>
</file>