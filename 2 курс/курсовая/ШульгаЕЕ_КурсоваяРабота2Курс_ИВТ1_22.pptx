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06535E-E0C6-448D-A429-2C9612B8573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2A5AFB7-4CEA-42D9-B6DB-30505FAA998F}">
      <dgm:prSet phldrT="[Текст]" custT="1"/>
      <dgm:spPr/>
      <dgm:t>
        <a:bodyPr/>
        <a:lstStyle/>
        <a:p>
          <a:r>
            <a:rPr lang="ru-RU" sz="2800" dirty="0"/>
            <a:t>начать</a:t>
          </a:r>
        </a:p>
      </dgm:t>
    </dgm:pt>
    <dgm:pt modelId="{BD229E0F-7D56-4BAA-ADFE-51516C1EE688}" type="parTrans" cxnId="{34DE60D5-7604-4B4C-BFDC-702491F0B25B}">
      <dgm:prSet/>
      <dgm:spPr/>
      <dgm:t>
        <a:bodyPr/>
        <a:lstStyle/>
        <a:p>
          <a:endParaRPr lang="ru-RU"/>
        </a:p>
      </dgm:t>
    </dgm:pt>
    <dgm:pt modelId="{78F7123D-2BBA-4F7A-858B-B4798F6EBF0B}" type="sibTrans" cxnId="{34DE60D5-7604-4B4C-BFDC-702491F0B25B}">
      <dgm:prSet/>
      <dgm:spPr/>
      <dgm:t>
        <a:bodyPr/>
        <a:lstStyle/>
        <a:p>
          <a:endParaRPr lang="ru-RU"/>
        </a:p>
      </dgm:t>
    </dgm:pt>
    <dgm:pt modelId="{6F815D49-94FF-46CF-85E0-24843F615EB7}">
      <dgm:prSet phldrT="[Текст]"/>
      <dgm:spPr/>
      <dgm:t>
        <a:bodyPr/>
        <a:lstStyle/>
        <a:p>
          <a:r>
            <a:rPr lang="ru-RU" dirty="0"/>
            <a:t>утро</a:t>
          </a:r>
        </a:p>
      </dgm:t>
    </dgm:pt>
    <dgm:pt modelId="{BF2F4E88-A48D-495E-99D9-0B55C806D31A}" type="parTrans" cxnId="{BFD076C4-3CAC-46DF-B9AD-13F451D583E6}">
      <dgm:prSet/>
      <dgm:spPr/>
      <dgm:t>
        <a:bodyPr/>
        <a:lstStyle/>
        <a:p>
          <a:endParaRPr lang="ru-RU"/>
        </a:p>
      </dgm:t>
    </dgm:pt>
    <dgm:pt modelId="{18C2F574-3F47-488A-B8E4-246AEA7901B6}" type="sibTrans" cxnId="{BFD076C4-3CAC-46DF-B9AD-13F451D583E6}">
      <dgm:prSet/>
      <dgm:spPr/>
      <dgm:t>
        <a:bodyPr/>
        <a:lstStyle/>
        <a:p>
          <a:endParaRPr lang="ru-RU"/>
        </a:p>
      </dgm:t>
    </dgm:pt>
    <dgm:pt modelId="{AF30FB15-FF59-41FC-8BF9-2E627DBC2115}">
      <dgm:prSet phldrT="[Текст]"/>
      <dgm:spPr/>
      <dgm:t>
        <a:bodyPr/>
        <a:lstStyle/>
        <a:p>
          <a:r>
            <a:rPr lang="ru-RU" dirty="0"/>
            <a:t>ночь</a:t>
          </a:r>
        </a:p>
      </dgm:t>
    </dgm:pt>
    <dgm:pt modelId="{4AB1A0FA-FD3D-45AF-859A-FBA3D399C18B}" type="parTrans" cxnId="{6D26CB0D-8341-4038-B1B1-B2B0F99CA02C}">
      <dgm:prSet/>
      <dgm:spPr/>
      <dgm:t>
        <a:bodyPr/>
        <a:lstStyle/>
        <a:p>
          <a:endParaRPr lang="ru-RU"/>
        </a:p>
      </dgm:t>
    </dgm:pt>
    <dgm:pt modelId="{59455E3A-14A7-4E8B-A044-2F416B12A851}" type="sibTrans" cxnId="{6D26CB0D-8341-4038-B1B1-B2B0F99CA02C}">
      <dgm:prSet/>
      <dgm:spPr/>
      <dgm:t>
        <a:bodyPr/>
        <a:lstStyle/>
        <a:p>
          <a:endParaRPr lang="ru-RU"/>
        </a:p>
      </dgm:t>
    </dgm:pt>
    <dgm:pt modelId="{ED7CA80D-F53D-4D2E-806F-BE73FA98C174}">
      <dgm:prSet custT="1"/>
      <dgm:spPr/>
      <dgm:t>
        <a:bodyPr/>
        <a:lstStyle/>
        <a:p>
          <a:r>
            <a:rPr lang="ru-RU" sz="1600" dirty="0"/>
            <a:t>По нажатии на функциональную кнопку происходит генерация персонажей и создается сессия игры через </a:t>
          </a:r>
          <a:r>
            <a:rPr lang="en-US" sz="1600" dirty="0"/>
            <a:t>ID </a:t>
          </a:r>
          <a:r>
            <a:rPr lang="ru-RU" sz="1600" dirty="0"/>
            <a:t>пользователя</a:t>
          </a:r>
        </a:p>
      </dgm:t>
    </dgm:pt>
    <dgm:pt modelId="{1C2CCEE6-70BB-4F97-90F6-DA468769CB6D}" type="parTrans" cxnId="{37F5AE0B-3E56-4CC9-A4E8-FA4775CC0245}">
      <dgm:prSet/>
      <dgm:spPr/>
      <dgm:t>
        <a:bodyPr/>
        <a:lstStyle/>
        <a:p>
          <a:endParaRPr lang="ru-RU"/>
        </a:p>
      </dgm:t>
    </dgm:pt>
    <dgm:pt modelId="{B07AE6A4-37A8-4E7E-9A7C-AEA3AAE84522}" type="sibTrans" cxnId="{37F5AE0B-3E56-4CC9-A4E8-FA4775CC0245}">
      <dgm:prSet/>
      <dgm:spPr/>
      <dgm:t>
        <a:bodyPr/>
        <a:lstStyle/>
        <a:p>
          <a:endParaRPr lang="ru-RU"/>
        </a:p>
      </dgm:t>
    </dgm:pt>
    <dgm:pt modelId="{DBCD19AB-AAEA-40E9-9C53-4ECA28FFD2F0}">
      <dgm:prSet custT="1"/>
      <dgm:spPr/>
      <dgm:t>
        <a:bodyPr/>
        <a:lstStyle/>
        <a:p>
          <a:r>
            <a:rPr lang="ru-RU" sz="1600" dirty="0"/>
            <a:t>Исходя из очереди, если это очередь игрока «ведущий» просит ввести сообщения для анализа, если же очередь искусственного интеллекта – передается запрос на сервер</a:t>
          </a:r>
        </a:p>
      </dgm:t>
    </dgm:pt>
    <dgm:pt modelId="{57A16534-3C52-4110-99A5-BEE549CC37B8}" type="parTrans" cxnId="{011B279E-7B68-4531-BBA3-CE3147CCF4A6}">
      <dgm:prSet/>
      <dgm:spPr/>
      <dgm:t>
        <a:bodyPr/>
        <a:lstStyle/>
        <a:p>
          <a:endParaRPr lang="ru-RU"/>
        </a:p>
      </dgm:t>
    </dgm:pt>
    <dgm:pt modelId="{9C92F230-C7E3-4B37-8774-32817BD8ADD3}" type="sibTrans" cxnId="{011B279E-7B68-4531-BBA3-CE3147CCF4A6}">
      <dgm:prSet/>
      <dgm:spPr/>
      <dgm:t>
        <a:bodyPr/>
        <a:lstStyle/>
        <a:p>
          <a:endParaRPr lang="ru-RU"/>
        </a:p>
      </dgm:t>
    </dgm:pt>
    <dgm:pt modelId="{83CFC9EE-BD23-4236-B422-19CEBAF34752}">
      <dgm:prSet custT="1"/>
      <dgm:spPr/>
      <dgm:t>
        <a:bodyPr/>
        <a:lstStyle/>
        <a:p>
          <a:r>
            <a:rPr lang="ru-RU" sz="1600" dirty="0"/>
            <a:t>Также, исходя из очереди, если очередь игрока, в зависимости от роли предлагается воспользоваться специальным инструментом роли, в очередь ИИ – передается запрос на сервер</a:t>
          </a:r>
        </a:p>
      </dgm:t>
    </dgm:pt>
    <dgm:pt modelId="{6D4BAFC8-8DC0-4A36-9E1E-123368B73674}" type="parTrans" cxnId="{7E34C315-897D-4651-80D2-04D5113FF43E}">
      <dgm:prSet/>
      <dgm:spPr/>
      <dgm:t>
        <a:bodyPr/>
        <a:lstStyle/>
        <a:p>
          <a:endParaRPr lang="ru-RU"/>
        </a:p>
      </dgm:t>
    </dgm:pt>
    <dgm:pt modelId="{4F1A24ED-19DF-419C-AD66-4EB856D6B1BF}" type="sibTrans" cxnId="{7E34C315-897D-4651-80D2-04D5113FF43E}">
      <dgm:prSet/>
      <dgm:spPr/>
      <dgm:t>
        <a:bodyPr/>
        <a:lstStyle/>
        <a:p>
          <a:endParaRPr lang="ru-RU"/>
        </a:p>
      </dgm:t>
    </dgm:pt>
    <dgm:pt modelId="{4003587A-CE0A-4E0F-9984-8D66FDE067C3}" type="pres">
      <dgm:prSet presAssocID="{DA06535E-E0C6-448D-A429-2C9612B85734}" presName="linear" presStyleCnt="0">
        <dgm:presLayoutVars>
          <dgm:dir/>
          <dgm:animLvl val="lvl"/>
          <dgm:resizeHandles val="exact"/>
        </dgm:presLayoutVars>
      </dgm:prSet>
      <dgm:spPr/>
    </dgm:pt>
    <dgm:pt modelId="{4483F4CF-32AC-414A-AD52-AEE7C5C80D96}" type="pres">
      <dgm:prSet presAssocID="{92A5AFB7-4CEA-42D9-B6DB-30505FAA998F}" presName="parentLin" presStyleCnt="0"/>
      <dgm:spPr/>
    </dgm:pt>
    <dgm:pt modelId="{CACE474A-2FBD-460F-A511-D446A4453881}" type="pres">
      <dgm:prSet presAssocID="{92A5AFB7-4CEA-42D9-B6DB-30505FAA998F}" presName="parentLeftMargin" presStyleLbl="node1" presStyleIdx="0" presStyleCnt="3"/>
      <dgm:spPr/>
    </dgm:pt>
    <dgm:pt modelId="{95FEC961-9EE9-4E6F-A31D-46701ED72B3B}" type="pres">
      <dgm:prSet presAssocID="{92A5AFB7-4CEA-42D9-B6DB-30505FAA998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5EFBC12-106A-4719-983B-811BB74DF5F5}" type="pres">
      <dgm:prSet presAssocID="{92A5AFB7-4CEA-42D9-B6DB-30505FAA998F}" presName="negativeSpace" presStyleCnt="0"/>
      <dgm:spPr/>
    </dgm:pt>
    <dgm:pt modelId="{7F149960-5B79-4E62-BD58-B513AF269B5B}" type="pres">
      <dgm:prSet presAssocID="{92A5AFB7-4CEA-42D9-B6DB-30505FAA998F}" presName="childText" presStyleLbl="conFgAcc1" presStyleIdx="0" presStyleCnt="3">
        <dgm:presLayoutVars>
          <dgm:bulletEnabled val="1"/>
        </dgm:presLayoutVars>
      </dgm:prSet>
      <dgm:spPr/>
    </dgm:pt>
    <dgm:pt modelId="{F7274D18-0B97-4931-9BC9-7DB80EB152E8}" type="pres">
      <dgm:prSet presAssocID="{78F7123D-2BBA-4F7A-858B-B4798F6EBF0B}" presName="spaceBetweenRectangles" presStyleCnt="0"/>
      <dgm:spPr/>
    </dgm:pt>
    <dgm:pt modelId="{8A02E0A2-4E34-489C-9E17-A96EE7EAA15A}" type="pres">
      <dgm:prSet presAssocID="{6F815D49-94FF-46CF-85E0-24843F615EB7}" presName="parentLin" presStyleCnt="0"/>
      <dgm:spPr/>
    </dgm:pt>
    <dgm:pt modelId="{0AB05C9D-D58C-429B-A047-2A3E28678EFC}" type="pres">
      <dgm:prSet presAssocID="{6F815D49-94FF-46CF-85E0-24843F615EB7}" presName="parentLeftMargin" presStyleLbl="node1" presStyleIdx="0" presStyleCnt="3"/>
      <dgm:spPr/>
    </dgm:pt>
    <dgm:pt modelId="{B0A5587E-A061-43BF-BE43-6046BC3F4D1A}" type="pres">
      <dgm:prSet presAssocID="{6F815D49-94FF-46CF-85E0-24843F615E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DD1888-23DC-4CFE-9219-3E18A5C9CD95}" type="pres">
      <dgm:prSet presAssocID="{6F815D49-94FF-46CF-85E0-24843F615EB7}" presName="negativeSpace" presStyleCnt="0"/>
      <dgm:spPr/>
    </dgm:pt>
    <dgm:pt modelId="{FE122220-3880-44A2-A739-640AD64AAEBB}" type="pres">
      <dgm:prSet presAssocID="{6F815D49-94FF-46CF-85E0-24843F615EB7}" presName="childText" presStyleLbl="conFgAcc1" presStyleIdx="1" presStyleCnt="3">
        <dgm:presLayoutVars>
          <dgm:bulletEnabled val="1"/>
        </dgm:presLayoutVars>
      </dgm:prSet>
      <dgm:spPr/>
    </dgm:pt>
    <dgm:pt modelId="{27F8574A-0F76-4165-AB2E-DFB7962C3613}" type="pres">
      <dgm:prSet presAssocID="{18C2F574-3F47-488A-B8E4-246AEA7901B6}" presName="spaceBetweenRectangles" presStyleCnt="0"/>
      <dgm:spPr/>
    </dgm:pt>
    <dgm:pt modelId="{2A47E88B-77F3-459C-916C-C6D469B444DE}" type="pres">
      <dgm:prSet presAssocID="{AF30FB15-FF59-41FC-8BF9-2E627DBC2115}" presName="parentLin" presStyleCnt="0"/>
      <dgm:spPr/>
    </dgm:pt>
    <dgm:pt modelId="{90FF8F86-4200-4C78-9C94-C9E4A2BA00BB}" type="pres">
      <dgm:prSet presAssocID="{AF30FB15-FF59-41FC-8BF9-2E627DBC2115}" presName="parentLeftMargin" presStyleLbl="node1" presStyleIdx="1" presStyleCnt="3"/>
      <dgm:spPr/>
    </dgm:pt>
    <dgm:pt modelId="{E45C2F7F-41A3-4397-A572-20A2BD6F9CC9}" type="pres">
      <dgm:prSet presAssocID="{AF30FB15-FF59-41FC-8BF9-2E627DBC211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34C7D21-3B46-42C1-96B0-38F345252083}" type="pres">
      <dgm:prSet presAssocID="{AF30FB15-FF59-41FC-8BF9-2E627DBC2115}" presName="negativeSpace" presStyleCnt="0"/>
      <dgm:spPr/>
    </dgm:pt>
    <dgm:pt modelId="{C6AF4ED8-270E-41B2-B64F-50C47723F6ED}" type="pres">
      <dgm:prSet presAssocID="{AF30FB15-FF59-41FC-8BF9-2E627DBC211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7F5AE0B-3E56-4CC9-A4E8-FA4775CC0245}" srcId="{92A5AFB7-4CEA-42D9-B6DB-30505FAA998F}" destId="{ED7CA80D-F53D-4D2E-806F-BE73FA98C174}" srcOrd="0" destOrd="0" parTransId="{1C2CCEE6-70BB-4F97-90F6-DA468769CB6D}" sibTransId="{B07AE6A4-37A8-4E7E-9A7C-AEA3AAE84522}"/>
    <dgm:cxn modelId="{6D26CB0D-8341-4038-B1B1-B2B0F99CA02C}" srcId="{DA06535E-E0C6-448D-A429-2C9612B85734}" destId="{AF30FB15-FF59-41FC-8BF9-2E627DBC2115}" srcOrd="2" destOrd="0" parTransId="{4AB1A0FA-FD3D-45AF-859A-FBA3D399C18B}" sibTransId="{59455E3A-14A7-4E8B-A044-2F416B12A851}"/>
    <dgm:cxn modelId="{7E34C315-897D-4651-80D2-04D5113FF43E}" srcId="{AF30FB15-FF59-41FC-8BF9-2E627DBC2115}" destId="{83CFC9EE-BD23-4236-B422-19CEBAF34752}" srcOrd="0" destOrd="0" parTransId="{6D4BAFC8-8DC0-4A36-9E1E-123368B73674}" sibTransId="{4F1A24ED-19DF-419C-AD66-4EB856D6B1BF}"/>
    <dgm:cxn modelId="{08E0FF60-CA37-4B89-BB09-E740E7675D4A}" type="presOf" srcId="{ED7CA80D-F53D-4D2E-806F-BE73FA98C174}" destId="{7F149960-5B79-4E62-BD58-B513AF269B5B}" srcOrd="0" destOrd="0" presId="urn:microsoft.com/office/officeart/2005/8/layout/list1"/>
    <dgm:cxn modelId="{2C0C2942-CC91-4107-AAC5-5F4BDFB6E2BA}" type="presOf" srcId="{6F815D49-94FF-46CF-85E0-24843F615EB7}" destId="{0AB05C9D-D58C-429B-A047-2A3E28678EFC}" srcOrd="0" destOrd="0" presId="urn:microsoft.com/office/officeart/2005/8/layout/list1"/>
    <dgm:cxn modelId="{011B279E-7B68-4531-BBA3-CE3147CCF4A6}" srcId="{6F815D49-94FF-46CF-85E0-24843F615EB7}" destId="{DBCD19AB-AAEA-40E9-9C53-4ECA28FFD2F0}" srcOrd="0" destOrd="0" parTransId="{57A16534-3C52-4110-99A5-BEE549CC37B8}" sibTransId="{9C92F230-C7E3-4B37-8774-32817BD8ADD3}"/>
    <dgm:cxn modelId="{B36502A3-C546-4478-B8F1-9D2D2D229A06}" type="presOf" srcId="{DA06535E-E0C6-448D-A429-2C9612B85734}" destId="{4003587A-CE0A-4E0F-9984-8D66FDE067C3}" srcOrd="0" destOrd="0" presId="urn:microsoft.com/office/officeart/2005/8/layout/list1"/>
    <dgm:cxn modelId="{4925DDA4-84F3-4538-8404-4E5D78E810D9}" type="presOf" srcId="{92A5AFB7-4CEA-42D9-B6DB-30505FAA998F}" destId="{CACE474A-2FBD-460F-A511-D446A4453881}" srcOrd="0" destOrd="0" presId="urn:microsoft.com/office/officeart/2005/8/layout/list1"/>
    <dgm:cxn modelId="{B28833AB-C4E3-4CCA-B7DA-EB0F8EE67C4F}" type="presOf" srcId="{83CFC9EE-BD23-4236-B422-19CEBAF34752}" destId="{C6AF4ED8-270E-41B2-B64F-50C47723F6ED}" srcOrd="0" destOrd="0" presId="urn:microsoft.com/office/officeart/2005/8/layout/list1"/>
    <dgm:cxn modelId="{123F01B9-1CEF-4284-932D-58C01947A372}" type="presOf" srcId="{AF30FB15-FF59-41FC-8BF9-2E627DBC2115}" destId="{E45C2F7F-41A3-4397-A572-20A2BD6F9CC9}" srcOrd="1" destOrd="0" presId="urn:microsoft.com/office/officeart/2005/8/layout/list1"/>
    <dgm:cxn modelId="{C1DA09C0-7EE6-45FC-A411-6DD9CDF9E29E}" type="presOf" srcId="{DBCD19AB-AAEA-40E9-9C53-4ECA28FFD2F0}" destId="{FE122220-3880-44A2-A739-640AD64AAEBB}" srcOrd="0" destOrd="0" presId="urn:microsoft.com/office/officeart/2005/8/layout/list1"/>
    <dgm:cxn modelId="{BFD076C4-3CAC-46DF-B9AD-13F451D583E6}" srcId="{DA06535E-E0C6-448D-A429-2C9612B85734}" destId="{6F815D49-94FF-46CF-85E0-24843F615EB7}" srcOrd="1" destOrd="0" parTransId="{BF2F4E88-A48D-495E-99D9-0B55C806D31A}" sibTransId="{18C2F574-3F47-488A-B8E4-246AEA7901B6}"/>
    <dgm:cxn modelId="{34DE60D5-7604-4B4C-BFDC-702491F0B25B}" srcId="{DA06535E-E0C6-448D-A429-2C9612B85734}" destId="{92A5AFB7-4CEA-42D9-B6DB-30505FAA998F}" srcOrd="0" destOrd="0" parTransId="{BD229E0F-7D56-4BAA-ADFE-51516C1EE688}" sibTransId="{78F7123D-2BBA-4F7A-858B-B4798F6EBF0B}"/>
    <dgm:cxn modelId="{B98825F5-AE34-47A4-B0F2-0B2A1BD9DAB7}" type="presOf" srcId="{92A5AFB7-4CEA-42D9-B6DB-30505FAA998F}" destId="{95FEC961-9EE9-4E6F-A31D-46701ED72B3B}" srcOrd="1" destOrd="0" presId="urn:microsoft.com/office/officeart/2005/8/layout/list1"/>
    <dgm:cxn modelId="{72E53FFA-3C77-4CE7-B821-A03DA7666183}" type="presOf" srcId="{AF30FB15-FF59-41FC-8BF9-2E627DBC2115}" destId="{90FF8F86-4200-4C78-9C94-C9E4A2BA00BB}" srcOrd="0" destOrd="0" presId="urn:microsoft.com/office/officeart/2005/8/layout/list1"/>
    <dgm:cxn modelId="{86C002FF-71FA-41E9-B6E5-1138A8B4298A}" type="presOf" srcId="{6F815D49-94FF-46CF-85E0-24843F615EB7}" destId="{B0A5587E-A061-43BF-BE43-6046BC3F4D1A}" srcOrd="1" destOrd="0" presId="urn:microsoft.com/office/officeart/2005/8/layout/list1"/>
    <dgm:cxn modelId="{80C3D725-718C-4EEE-89F3-77EB249C946D}" type="presParOf" srcId="{4003587A-CE0A-4E0F-9984-8D66FDE067C3}" destId="{4483F4CF-32AC-414A-AD52-AEE7C5C80D96}" srcOrd="0" destOrd="0" presId="urn:microsoft.com/office/officeart/2005/8/layout/list1"/>
    <dgm:cxn modelId="{D4549531-9969-4F41-97A5-CDCB47B7CF56}" type="presParOf" srcId="{4483F4CF-32AC-414A-AD52-AEE7C5C80D96}" destId="{CACE474A-2FBD-460F-A511-D446A4453881}" srcOrd="0" destOrd="0" presId="urn:microsoft.com/office/officeart/2005/8/layout/list1"/>
    <dgm:cxn modelId="{6F4A1F44-CF38-4B69-A78A-76CB41BF4210}" type="presParOf" srcId="{4483F4CF-32AC-414A-AD52-AEE7C5C80D96}" destId="{95FEC961-9EE9-4E6F-A31D-46701ED72B3B}" srcOrd="1" destOrd="0" presId="urn:microsoft.com/office/officeart/2005/8/layout/list1"/>
    <dgm:cxn modelId="{F8222FD7-3861-4B53-AED8-AAA396061022}" type="presParOf" srcId="{4003587A-CE0A-4E0F-9984-8D66FDE067C3}" destId="{45EFBC12-106A-4719-983B-811BB74DF5F5}" srcOrd="1" destOrd="0" presId="urn:microsoft.com/office/officeart/2005/8/layout/list1"/>
    <dgm:cxn modelId="{3E99DC30-0EB0-42DF-9D1F-F93819407D51}" type="presParOf" srcId="{4003587A-CE0A-4E0F-9984-8D66FDE067C3}" destId="{7F149960-5B79-4E62-BD58-B513AF269B5B}" srcOrd="2" destOrd="0" presId="urn:microsoft.com/office/officeart/2005/8/layout/list1"/>
    <dgm:cxn modelId="{6B8CA8BF-35A9-4942-A7F8-BD162F5CB29C}" type="presParOf" srcId="{4003587A-CE0A-4E0F-9984-8D66FDE067C3}" destId="{F7274D18-0B97-4931-9BC9-7DB80EB152E8}" srcOrd="3" destOrd="0" presId="urn:microsoft.com/office/officeart/2005/8/layout/list1"/>
    <dgm:cxn modelId="{BA615827-FE9D-4880-B761-0D23DE5F6997}" type="presParOf" srcId="{4003587A-CE0A-4E0F-9984-8D66FDE067C3}" destId="{8A02E0A2-4E34-489C-9E17-A96EE7EAA15A}" srcOrd="4" destOrd="0" presId="urn:microsoft.com/office/officeart/2005/8/layout/list1"/>
    <dgm:cxn modelId="{DD446905-3BED-4A8E-9A78-C9F127C0D062}" type="presParOf" srcId="{8A02E0A2-4E34-489C-9E17-A96EE7EAA15A}" destId="{0AB05C9D-D58C-429B-A047-2A3E28678EFC}" srcOrd="0" destOrd="0" presId="urn:microsoft.com/office/officeart/2005/8/layout/list1"/>
    <dgm:cxn modelId="{D5AC6065-1051-46E3-B754-DD44DE85DA01}" type="presParOf" srcId="{8A02E0A2-4E34-489C-9E17-A96EE7EAA15A}" destId="{B0A5587E-A061-43BF-BE43-6046BC3F4D1A}" srcOrd="1" destOrd="0" presId="urn:microsoft.com/office/officeart/2005/8/layout/list1"/>
    <dgm:cxn modelId="{EB608FD8-BDBA-40C4-A580-5982D63A7778}" type="presParOf" srcId="{4003587A-CE0A-4E0F-9984-8D66FDE067C3}" destId="{26DD1888-23DC-4CFE-9219-3E18A5C9CD95}" srcOrd="5" destOrd="0" presId="urn:microsoft.com/office/officeart/2005/8/layout/list1"/>
    <dgm:cxn modelId="{EF675825-9A9A-4EC8-A245-2E8C3196506D}" type="presParOf" srcId="{4003587A-CE0A-4E0F-9984-8D66FDE067C3}" destId="{FE122220-3880-44A2-A739-640AD64AAEBB}" srcOrd="6" destOrd="0" presId="urn:microsoft.com/office/officeart/2005/8/layout/list1"/>
    <dgm:cxn modelId="{6BD0D44C-4B76-4404-8930-C967745B3BCE}" type="presParOf" srcId="{4003587A-CE0A-4E0F-9984-8D66FDE067C3}" destId="{27F8574A-0F76-4165-AB2E-DFB7962C3613}" srcOrd="7" destOrd="0" presId="urn:microsoft.com/office/officeart/2005/8/layout/list1"/>
    <dgm:cxn modelId="{74272AFF-D5D8-4534-97C8-2752D7742F68}" type="presParOf" srcId="{4003587A-CE0A-4E0F-9984-8D66FDE067C3}" destId="{2A47E88B-77F3-459C-916C-C6D469B444DE}" srcOrd="8" destOrd="0" presId="urn:microsoft.com/office/officeart/2005/8/layout/list1"/>
    <dgm:cxn modelId="{54E6BFE9-4894-4246-9BAA-1F719264E2EC}" type="presParOf" srcId="{2A47E88B-77F3-459C-916C-C6D469B444DE}" destId="{90FF8F86-4200-4C78-9C94-C9E4A2BA00BB}" srcOrd="0" destOrd="0" presId="urn:microsoft.com/office/officeart/2005/8/layout/list1"/>
    <dgm:cxn modelId="{099584F8-1FDF-48FE-80C6-80FF9FB28FE5}" type="presParOf" srcId="{2A47E88B-77F3-459C-916C-C6D469B444DE}" destId="{E45C2F7F-41A3-4397-A572-20A2BD6F9CC9}" srcOrd="1" destOrd="0" presId="urn:microsoft.com/office/officeart/2005/8/layout/list1"/>
    <dgm:cxn modelId="{EC717FBC-FDAF-4C4F-929F-6BA4B5BBB10E}" type="presParOf" srcId="{4003587A-CE0A-4E0F-9984-8D66FDE067C3}" destId="{A34C7D21-3B46-42C1-96B0-38F345252083}" srcOrd="9" destOrd="0" presId="urn:microsoft.com/office/officeart/2005/8/layout/list1"/>
    <dgm:cxn modelId="{53CBECF7-CEF7-4FBC-BF09-447B9A85575D}" type="presParOf" srcId="{4003587A-CE0A-4E0F-9984-8D66FDE067C3}" destId="{C6AF4ED8-270E-41B2-B64F-50C47723F6E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2D00C3-BDE6-4BAB-9B4C-6F0F426F165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BEC844A-A410-4A2D-908D-F60CF6FCC6C9}">
      <dgm:prSet phldrT="[Текст]"/>
      <dgm:spPr/>
      <dgm:t>
        <a:bodyPr/>
        <a:lstStyle/>
        <a:p>
          <a:r>
            <a:rPr lang="ru-RU" dirty="0"/>
            <a:t>Ошибки</a:t>
          </a:r>
        </a:p>
      </dgm:t>
    </dgm:pt>
    <dgm:pt modelId="{B36EAD43-7DF2-4FE8-91B0-1F6E1C04C0AB}" type="parTrans" cxnId="{8EFB2571-6521-4C3F-B109-7D12A94F6D6C}">
      <dgm:prSet/>
      <dgm:spPr/>
      <dgm:t>
        <a:bodyPr/>
        <a:lstStyle/>
        <a:p>
          <a:endParaRPr lang="ru-RU"/>
        </a:p>
      </dgm:t>
    </dgm:pt>
    <dgm:pt modelId="{FF13AD8D-DF35-4377-9015-89ED7D9D36D1}" type="sibTrans" cxnId="{8EFB2571-6521-4C3F-B109-7D12A94F6D6C}">
      <dgm:prSet/>
      <dgm:spPr/>
      <dgm:t>
        <a:bodyPr/>
        <a:lstStyle/>
        <a:p>
          <a:endParaRPr lang="ru-RU"/>
        </a:p>
      </dgm:t>
    </dgm:pt>
    <dgm:pt modelId="{EE5D8B55-803D-45F3-B13E-03E3E1514704}">
      <dgm:prSet phldrT="[Текст]"/>
      <dgm:spPr/>
      <dgm:t>
        <a:bodyPr/>
        <a:lstStyle/>
        <a:p>
          <a:r>
            <a:rPr lang="ru-RU" b="1" dirty="0"/>
            <a:t>Некорректная генерация карточек</a:t>
          </a:r>
        </a:p>
        <a:p>
          <a:r>
            <a:rPr lang="ru-RU" dirty="0"/>
            <a:t>	к моменту завершения курсовой работы была исправлена внедрением </a:t>
          </a:r>
          <a:r>
            <a:rPr lang="en-US" dirty="0"/>
            <a:t>try</a:t>
          </a:r>
          <a:r>
            <a:rPr lang="ru-RU" dirty="0"/>
            <a:t>/</a:t>
          </a:r>
          <a:r>
            <a:rPr lang="en-US" dirty="0"/>
            <a:t>except</a:t>
          </a:r>
          <a:r>
            <a:rPr lang="ru-RU" dirty="0"/>
            <a:t> конструкции</a:t>
          </a:r>
        </a:p>
      </dgm:t>
    </dgm:pt>
    <dgm:pt modelId="{87EB59A3-BEC7-4AD0-863C-FF46DDC08312}" type="parTrans" cxnId="{7C3C311E-CF8F-4744-9C34-F74F932F834F}">
      <dgm:prSet/>
      <dgm:spPr/>
      <dgm:t>
        <a:bodyPr/>
        <a:lstStyle/>
        <a:p>
          <a:endParaRPr lang="ru-RU"/>
        </a:p>
      </dgm:t>
    </dgm:pt>
    <dgm:pt modelId="{B36B2EDB-065A-481B-86A2-6D423581A161}" type="sibTrans" cxnId="{7C3C311E-CF8F-4744-9C34-F74F932F834F}">
      <dgm:prSet/>
      <dgm:spPr/>
      <dgm:t>
        <a:bodyPr/>
        <a:lstStyle/>
        <a:p>
          <a:endParaRPr lang="ru-RU"/>
        </a:p>
      </dgm:t>
    </dgm:pt>
    <dgm:pt modelId="{E3F598CF-6872-4D9A-94E2-24FD0A44262B}">
      <dgm:prSet phldrT="[Текст]"/>
      <dgm:spPr/>
      <dgm:t>
        <a:bodyPr/>
        <a:lstStyle/>
        <a:p>
          <a:r>
            <a:rPr lang="ru-RU" b="1" dirty="0"/>
            <a:t>«Загрязнение» ответа идентификаторами и иностранными словами</a:t>
          </a:r>
        </a:p>
        <a:p>
          <a:r>
            <a:rPr lang="ru-RU" dirty="0"/>
            <a:t>	к моменту завершения курсовой работы была исправлена внедрением в аналитическую функцию ответа сервера регулярными выражениями, Если ответ поступил полностью на иностранном языке – ошибка не исправима из-за географических особенностей ресурса и расценивается за «мета-гейминг»</a:t>
          </a:r>
        </a:p>
      </dgm:t>
    </dgm:pt>
    <dgm:pt modelId="{D3350A0F-6252-4DBD-A548-7D0D289B5035}" type="parTrans" cxnId="{CBD8F580-78B2-47E0-8611-1D228144D3DF}">
      <dgm:prSet/>
      <dgm:spPr/>
      <dgm:t>
        <a:bodyPr/>
        <a:lstStyle/>
        <a:p>
          <a:endParaRPr lang="ru-RU"/>
        </a:p>
      </dgm:t>
    </dgm:pt>
    <dgm:pt modelId="{90CF9871-C09D-4E41-B10A-07574CEA112D}" type="sibTrans" cxnId="{CBD8F580-78B2-47E0-8611-1D228144D3DF}">
      <dgm:prSet/>
      <dgm:spPr/>
      <dgm:t>
        <a:bodyPr/>
        <a:lstStyle/>
        <a:p>
          <a:endParaRPr lang="ru-RU"/>
        </a:p>
      </dgm:t>
    </dgm:pt>
    <dgm:pt modelId="{DE1BE124-672E-46F9-85E5-0ABA529CFD46}">
      <dgm:prSet phldrT="[Текст]"/>
      <dgm:spPr/>
      <dgm:t>
        <a:bodyPr/>
        <a:lstStyle/>
        <a:p>
          <a:r>
            <a:rPr lang="ru-RU" b="1" dirty="0"/>
            <a:t>Не попадание ответа сервера в регулярное выражение для анализа</a:t>
          </a:r>
        </a:p>
        <a:p>
          <a:r>
            <a:rPr lang="ru-RU" dirty="0"/>
            <a:t>	Во время ночного периода искусственный интеллект мог вызывать ошибку (2) или же выдавать ответ в другом формате из-за чего возникал сбой работы приложения. Решено внедрением в финальный продукт </a:t>
          </a:r>
          <a:r>
            <a:rPr lang="en-US" dirty="0"/>
            <a:t>if/else </a:t>
          </a:r>
          <a:r>
            <a:rPr lang="ru-RU" dirty="0"/>
            <a:t>конструкции с постусловием попадания в список имен игроков сессии, в случае если попадания нет, происходит повторная генерация ответа</a:t>
          </a:r>
        </a:p>
      </dgm:t>
    </dgm:pt>
    <dgm:pt modelId="{78FF1D7C-DA77-4D5A-B4C7-E5C1C425D473}" type="parTrans" cxnId="{847E7FA0-9783-4CF8-BFE0-57C8DB8102E1}">
      <dgm:prSet/>
      <dgm:spPr/>
      <dgm:t>
        <a:bodyPr/>
        <a:lstStyle/>
        <a:p>
          <a:endParaRPr lang="ru-RU"/>
        </a:p>
      </dgm:t>
    </dgm:pt>
    <dgm:pt modelId="{82535386-E721-4C59-937C-7D2D64309347}" type="sibTrans" cxnId="{847E7FA0-9783-4CF8-BFE0-57C8DB8102E1}">
      <dgm:prSet/>
      <dgm:spPr/>
      <dgm:t>
        <a:bodyPr/>
        <a:lstStyle/>
        <a:p>
          <a:endParaRPr lang="ru-RU"/>
        </a:p>
      </dgm:t>
    </dgm:pt>
    <dgm:pt modelId="{75B87236-7F0B-4AAC-9A4B-063DD09F0CC3}" type="pres">
      <dgm:prSet presAssocID="{352D00C3-BDE6-4BAB-9B4C-6F0F426F165C}" presName="vert0" presStyleCnt="0">
        <dgm:presLayoutVars>
          <dgm:dir/>
          <dgm:animOne val="branch"/>
          <dgm:animLvl val="lvl"/>
        </dgm:presLayoutVars>
      </dgm:prSet>
      <dgm:spPr/>
    </dgm:pt>
    <dgm:pt modelId="{FEA17304-6CFF-4262-8A1E-B40852DF0A67}" type="pres">
      <dgm:prSet presAssocID="{BBEC844A-A410-4A2D-908D-F60CF6FCC6C9}" presName="thickLine" presStyleLbl="alignNode1" presStyleIdx="0" presStyleCnt="1"/>
      <dgm:spPr/>
    </dgm:pt>
    <dgm:pt modelId="{FB1A688A-2896-4020-89A0-59CFB0D48A02}" type="pres">
      <dgm:prSet presAssocID="{BBEC844A-A410-4A2D-908D-F60CF6FCC6C9}" presName="horz1" presStyleCnt="0"/>
      <dgm:spPr/>
    </dgm:pt>
    <dgm:pt modelId="{1ED7A42A-9B2F-4F3C-8959-16DB2F4AC59C}" type="pres">
      <dgm:prSet presAssocID="{BBEC844A-A410-4A2D-908D-F60CF6FCC6C9}" presName="tx1" presStyleLbl="revTx" presStyleIdx="0" presStyleCnt="4"/>
      <dgm:spPr/>
    </dgm:pt>
    <dgm:pt modelId="{99F2C60F-AA60-4FD9-9741-ADA50AF69EF7}" type="pres">
      <dgm:prSet presAssocID="{BBEC844A-A410-4A2D-908D-F60CF6FCC6C9}" presName="vert1" presStyleCnt="0"/>
      <dgm:spPr/>
    </dgm:pt>
    <dgm:pt modelId="{E1BE2AD7-7799-4786-BD12-A0F3E65CCE17}" type="pres">
      <dgm:prSet presAssocID="{EE5D8B55-803D-45F3-B13E-03E3E1514704}" presName="vertSpace2a" presStyleCnt="0"/>
      <dgm:spPr/>
    </dgm:pt>
    <dgm:pt modelId="{7AD35FCA-413C-4965-8E0E-987DD7E75108}" type="pres">
      <dgm:prSet presAssocID="{EE5D8B55-803D-45F3-B13E-03E3E1514704}" presName="horz2" presStyleCnt="0"/>
      <dgm:spPr/>
    </dgm:pt>
    <dgm:pt modelId="{D49D9590-B41D-48B8-A73E-C406EFDC897E}" type="pres">
      <dgm:prSet presAssocID="{EE5D8B55-803D-45F3-B13E-03E3E1514704}" presName="horzSpace2" presStyleCnt="0"/>
      <dgm:spPr/>
    </dgm:pt>
    <dgm:pt modelId="{C4B54C23-973C-4D8E-8E77-6969B15E76B4}" type="pres">
      <dgm:prSet presAssocID="{EE5D8B55-803D-45F3-B13E-03E3E1514704}" presName="tx2" presStyleLbl="revTx" presStyleIdx="1" presStyleCnt="4"/>
      <dgm:spPr/>
    </dgm:pt>
    <dgm:pt modelId="{22471CAF-7246-45C5-9A7D-F72F7A854B7F}" type="pres">
      <dgm:prSet presAssocID="{EE5D8B55-803D-45F3-B13E-03E3E1514704}" presName="vert2" presStyleCnt="0"/>
      <dgm:spPr/>
    </dgm:pt>
    <dgm:pt modelId="{AEAD3597-D576-4867-A454-CC38F7BB61C4}" type="pres">
      <dgm:prSet presAssocID="{EE5D8B55-803D-45F3-B13E-03E3E1514704}" presName="thinLine2b" presStyleLbl="callout" presStyleIdx="0" presStyleCnt="3"/>
      <dgm:spPr/>
    </dgm:pt>
    <dgm:pt modelId="{93C0290C-8A49-4FE3-A147-3472C6CCE7AF}" type="pres">
      <dgm:prSet presAssocID="{EE5D8B55-803D-45F3-B13E-03E3E1514704}" presName="vertSpace2b" presStyleCnt="0"/>
      <dgm:spPr/>
    </dgm:pt>
    <dgm:pt modelId="{DD112479-913D-4B40-89A0-62F7A1015E7C}" type="pres">
      <dgm:prSet presAssocID="{E3F598CF-6872-4D9A-94E2-24FD0A44262B}" presName="horz2" presStyleCnt="0"/>
      <dgm:spPr/>
    </dgm:pt>
    <dgm:pt modelId="{9FD881B6-383F-494C-B02C-538FDE08E621}" type="pres">
      <dgm:prSet presAssocID="{E3F598CF-6872-4D9A-94E2-24FD0A44262B}" presName="horzSpace2" presStyleCnt="0"/>
      <dgm:spPr/>
    </dgm:pt>
    <dgm:pt modelId="{C7D61970-4FA6-47C6-81DC-DA5D7D1416E8}" type="pres">
      <dgm:prSet presAssocID="{E3F598CF-6872-4D9A-94E2-24FD0A44262B}" presName="tx2" presStyleLbl="revTx" presStyleIdx="2" presStyleCnt="4"/>
      <dgm:spPr/>
    </dgm:pt>
    <dgm:pt modelId="{72A684B0-C986-4C46-ADA4-00F34FE0189A}" type="pres">
      <dgm:prSet presAssocID="{E3F598CF-6872-4D9A-94E2-24FD0A44262B}" presName="vert2" presStyleCnt="0"/>
      <dgm:spPr/>
    </dgm:pt>
    <dgm:pt modelId="{E6CD6102-6A9F-4990-B7D1-6CBBCB5A352F}" type="pres">
      <dgm:prSet presAssocID="{E3F598CF-6872-4D9A-94E2-24FD0A44262B}" presName="thinLine2b" presStyleLbl="callout" presStyleIdx="1" presStyleCnt="3"/>
      <dgm:spPr/>
    </dgm:pt>
    <dgm:pt modelId="{528F1B7C-E16F-451E-9879-3ADD23EF2138}" type="pres">
      <dgm:prSet presAssocID="{E3F598CF-6872-4D9A-94E2-24FD0A44262B}" presName="vertSpace2b" presStyleCnt="0"/>
      <dgm:spPr/>
    </dgm:pt>
    <dgm:pt modelId="{1BC17C2C-1AE2-4951-B961-1EDC2781A6CB}" type="pres">
      <dgm:prSet presAssocID="{DE1BE124-672E-46F9-85E5-0ABA529CFD46}" presName="horz2" presStyleCnt="0"/>
      <dgm:spPr/>
    </dgm:pt>
    <dgm:pt modelId="{155B4DF0-C91F-410F-910F-FDC320704903}" type="pres">
      <dgm:prSet presAssocID="{DE1BE124-672E-46F9-85E5-0ABA529CFD46}" presName="horzSpace2" presStyleCnt="0"/>
      <dgm:spPr/>
    </dgm:pt>
    <dgm:pt modelId="{BFB158EA-4C65-4EF8-9E5D-AF4DE20967B6}" type="pres">
      <dgm:prSet presAssocID="{DE1BE124-672E-46F9-85E5-0ABA529CFD46}" presName="tx2" presStyleLbl="revTx" presStyleIdx="3" presStyleCnt="4"/>
      <dgm:spPr/>
    </dgm:pt>
    <dgm:pt modelId="{5AC6AE50-8D2D-4C2F-BD17-AB9383FF56D7}" type="pres">
      <dgm:prSet presAssocID="{DE1BE124-672E-46F9-85E5-0ABA529CFD46}" presName="vert2" presStyleCnt="0"/>
      <dgm:spPr/>
    </dgm:pt>
    <dgm:pt modelId="{F082452E-D0AB-4C3A-9D8B-E8B080AB1412}" type="pres">
      <dgm:prSet presAssocID="{DE1BE124-672E-46F9-85E5-0ABA529CFD46}" presName="thinLine2b" presStyleLbl="callout" presStyleIdx="2" presStyleCnt="3"/>
      <dgm:spPr/>
    </dgm:pt>
    <dgm:pt modelId="{DB388F61-37CB-45F6-BDBE-798143075342}" type="pres">
      <dgm:prSet presAssocID="{DE1BE124-672E-46F9-85E5-0ABA529CFD46}" presName="vertSpace2b" presStyleCnt="0"/>
      <dgm:spPr/>
    </dgm:pt>
  </dgm:ptLst>
  <dgm:cxnLst>
    <dgm:cxn modelId="{7C3C311E-CF8F-4744-9C34-F74F932F834F}" srcId="{BBEC844A-A410-4A2D-908D-F60CF6FCC6C9}" destId="{EE5D8B55-803D-45F3-B13E-03E3E1514704}" srcOrd="0" destOrd="0" parTransId="{87EB59A3-BEC7-4AD0-863C-FF46DDC08312}" sibTransId="{B36B2EDB-065A-481B-86A2-6D423581A161}"/>
    <dgm:cxn modelId="{1F8CBF3D-264D-4D9C-9710-C81C6CA56C8F}" type="presOf" srcId="{BBEC844A-A410-4A2D-908D-F60CF6FCC6C9}" destId="{1ED7A42A-9B2F-4F3C-8959-16DB2F4AC59C}" srcOrd="0" destOrd="0" presId="urn:microsoft.com/office/officeart/2008/layout/LinedList"/>
    <dgm:cxn modelId="{0EF6C566-6B65-49B4-9ADB-99308FD01038}" type="presOf" srcId="{DE1BE124-672E-46F9-85E5-0ABA529CFD46}" destId="{BFB158EA-4C65-4EF8-9E5D-AF4DE20967B6}" srcOrd="0" destOrd="0" presId="urn:microsoft.com/office/officeart/2008/layout/LinedList"/>
    <dgm:cxn modelId="{8EFB2571-6521-4C3F-B109-7D12A94F6D6C}" srcId="{352D00C3-BDE6-4BAB-9B4C-6F0F426F165C}" destId="{BBEC844A-A410-4A2D-908D-F60CF6FCC6C9}" srcOrd="0" destOrd="0" parTransId="{B36EAD43-7DF2-4FE8-91B0-1F6E1C04C0AB}" sibTransId="{FF13AD8D-DF35-4377-9015-89ED7D9D36D1}"/>
    <dgm:cxn modelId="{CBD8F580-78B2-47E0-8611-1D228144D3DF}" srcId="{BBEC844A-A410-4A2D-908D-F60CF6FCC6C9}" destId="{E3F598CF-6872-4D9A-94E2-24FD0A44262B}" srcOrd="1" destOrd="0" parTransId="{D3350A0F-6252-4DBD-A548-7D0D289B5035}" sibTransId="{90CF9871-C09D-4E41-B10A-07574CEA112D}"/>
    <dgm:cxn modelId="{97690E88-3862-4466-8140-1558068ABD3B}" type="presOf" srcId="{E3F598CF-6872-4D9A-94E2-24FD0A44262B}" destId="{C7D61970-4FA6-47C6-81DC-DA5D7D1416E8}" srcOrd="0" destOrd="0" presId="urn:microsoft.com/office/officeart/2008/layout/LinedList"/>
    <dgm:cxn modelId="{2898D694-B7CA-4BE5-B58C-FB542B3DA86D}" type="presOf" srcId="{EE5D8B55-803D-45F3-B13E-03E3E1514704}" destId="{C4B54C23-973C-4D8E-8E77-6969B15E76B4}" srcOrd="0" destOrd="0" presId="urn:microsoft.com/office/officeart/2008/layout/LinedList"/>
    <dgm:cxn modelId="{847E7FA0-9783-4CF8-BFE0-57C8DB8102E1}" srcId="{BBEC844A-A410-4A2D-908D-F60CF6FCC6C9}" destId="{DE1BE124-672E-46F9-85E5-0ABA529CFD46}" srcOrd="2" destOrd="0" parTransId="{78FF1D7C-DA77-4D5A-B4C7-E5C1C425D473}" sibTransId="{82535386-E721-4C59-937C-7D2D64309347}"/>
    <dgm:cxn modelId="{42F2AEC7-AC1F-4521-AE78-1F4C1F0EF69C}" type="presOf" srcId="{352D00C3-BDE6-4BAB-9B4C-6F0F426F165C}" destId="{75B87236-7F0B-4AAC-9A4B-063DD09F0CC3}" srcOrd="0" destOrd="0" presId="urn:microsoft.com/office/officeart/2008/layout/LinedList"/>
    <dgm:cxn modelId="{4F77C5AE-CE9F-4414-A30F-DEBBF26F3E03}" type="presParOf" srcId="{75B87236-7F0B-4AAC-9A4B-063DD09F0CC3}" destId="{FEA17304-6CFF-4262-8A1E-B40852DF0A67}" srcOrd="0" destOrd="0" presId="urn:microsoft.com/office/officeart/2008/layout/LinedList"/>
    <dgm:cxn modelId="{3D67D6B9-45C4-4DBF-85CB-0BD40A052BAA}" type="presParOf" srcId="{75B87236-7F0B-4AAC-9A4B-063DD09F0CC3}" destId="{FB1A688A-2896-4020-89A0-59CFB0D48A02}" srcOrd="1" destOrd="0" presId="urn:microsoft.com/office/officeart/2008/layout/LinedList"/>
    <dgm:cxn modelId="{43160D74-AE21-4C26-81CD-0FBF9CB39407}" type="presParOf" srcId="{FB1A688A-2896-4020-89A0-59CFB0D48A02}" destId="{1ED7A42A-9B2F-4F3C-8959-16DB2F4AC59C}" srcOrd="0" destOrd="0" presId="urn:microsoft.com/office/officeart/2008/layout/LinedList"/>
    <dgm:cxn modelId="{2CC1E8A5-8D78-4A41-AE8D-459FFEE49C87}" type="presParOf" srcId="{FB1A688A-2896-4020-89A0-59CFB0D48A02}" destId="{99F2C60F-AA60-4FD9-9741-ADA50AF69EF7}" srcOrd="1" destOrd="0" presId="urn:microsoft.com/office/officeart/2008/layout/LinedList"/>
    <dgm:cxn modelId="{F9940CDE-A74C-4B97-80D8-5000EE0073D8}" type="presParOf" srcId="{99F2C60F-AA60-4FD9-9741-ADA50AF69EF7}" destId="{E1BE2AD7-7799-4786-BD12-A0F3E65CCE17}" srcOrd="0" destOrd="0" presId="urn:microsoft.com/office/officeart/2008/layout/LinedList"/>
    <dgm:cxn modelId="{7220D23C-D50A-476B-B69F-B30F761B3AA5}" type="presParOf" srcId="{99F2C60F-AA60-4FD9-9741-ADA50AF69EF7}" destId="{7AD35FCA-413C-4965-8E0E-987DD7E75108}" srcOrd="1" destOrd="0" presId="urn:microsoft.com/office/officeart/2008/layout/LinedList"/>
    <dgm:cxn modelId="{E5AB5089-939A-48B5-B91B-6E5EBCD73C88}" type="presParOf" srcId="{7AD35FCA-413C-4965-8E0E-987DD7E75108}" destId="{D49D9590-B41D-48B8-A73E-C406EFDC897E}" srcOrd="0" destOrd="0" presId="urn:microsoft.com/office/officeart/2008/layout/LinedList"/>
    <dgm:cxn modelId="{44D535D5-BEA6-4D54-B4DB-EB2A666175B4}" type="presParOf" srcId="{7AD35FCA-413C-4965-8E0E-987DD7E75108}" destId="{C4B54C23-973C-4D8E-8E77-6969B15E76B4}" srcOrd="1" destOrd="0" presId="urn:microsoft.com/office/officeart/2008/layout/LinedList"/>
    <dgm:cxn modelId="{28503F14-6C22-4367-BF42-40D6DF1D1835}" type="presParOf" srcId="{7AD35FCA-413C-4965-8E0E-987DD7E75108}" destId="{22471CAF-7246-45C5-9A7D-F72F7A854B7F}" srcOrd="2" destOrd="0" presId="urn:microsoft.com/office/officeart/2008/layout/LinedList"/>
    <dgm:cxn modelId="{1B938E43-E9D2-4463-B3BF-CA796FDB42C9}" type="presParOf" srcId="{99F2C60F-AA60-4FD9-9741-ADA50AF69EF7}" destId="{AEAD3597-D576-4867-A454-CC38F7BB61C4}" srcOrd="2" destOrd="0" presId="urn:microsoft.com/office/officeart/2008/layout/LinedList"/>
    <dgm:cxn modelId="{20D71235-9ABC-4558-A51C-B5C9B0C42682}" type="presParOf" srcId="{99F2C60F-AA60-4FD9-9741-ADA50AF69EF7}" destId="{93C0290C-8A49-4FE3-A147-3472C6CCE7AF}" srcOrd="3" destOrd="0" presId="urn:microsoft.com/office/officeart/2008/layout/LinedList"/>
    <dgm:cxn modelId="{3722DD6F-C4DB-4911-8DBA-39D83EC34C9B}" type="presParOf" srcId="{99F2C60F-AA60-4FD9-9741-ADA50AF69EF7}" destId="{DD112479-913D-4B40-89A0-62F7A1015E7C}" srcOrd="4" destOrd="0" presId="urn:microsoft.com/office/officeart/2008/layout/LinedList"/>
    <dgm:cxn modelId="{488D3534-9E6C-410B-BC89-5848BE97C068}" type="presParOf" srcId="{DD112479-913D-4B40-89A0-62F7A1015E7C}" destId="{9FD881B6-383F-494C-B02C-538FDE08E621}" srcOrd="0" destOrd="0" presId="urn:microsoft.com/office/officeart/2008/layout/LinedList"/>
    <dgm:cxn modelId="{7966B304-7663-4945-8306-E04792387EC2}" type="presParOf" srcId="{DD112479-913D-4B40-89A0-62F7A1015E7C}" destId="{C7D61970-4FA6-47C6-81DC-DA5D7D1416E8}" srcOrd="1" destOrd="0" presId="urn:microsoft.com/office/officeart/2008/layout/LinedList"/>
    <dgm:cxn modelId="{B93A6515-D5D0-4D2D-A1F1-981FA80DB270}" type="presParOf" srcId="{DD112479-913D-4B40-89A0-62F7A1015E7C}" destId="{72A684B0-C986-4C46-ADA4-00F34FE0189A}" srcOrd="2" destOrd="0" presId="urn:microsoft.com/office/officeart/2008/layout/LinedList"/>
    <dgm:cxn modelId="{4CF2B5C2-F7E9-4D7A-866E-821FCF0A29BA}" type="presParOf" srcId="{99F2C60F-AA60-4FD9-9741-ADA50AF69EF7}" destId="{E6CD6102-6A9F-4990-B7D1-6CBBCB5A352F}" srcOrd="5" destOrd="0" presId="urn:microsoft.com/office/officeart/2008/layout/LinedList"/>
    <dgm:cxn modelId="{02F106DA-C632-460D-8E45-E10E38ED6A8B}" type="presParOf" srcId="{99F2C60F-AA60-4FD9-9741-ADA50AF69EF7}" destId="{528F1B7C-E16F-451E-9879-3ADD23EF2138}" srcOrd="6" destOrd="0" presId="urn:microsoft.com/office/officeart/2008/layout/LinedList"/>
    <dgm:cxn modelId="{96D46DFF-97B7-40D4-9419-4F0D81C83E10}" type="presParOf" srcId="{99F2C60F-AA60-4FD9-9741-ADA50AF69EF7}" destId="{1BC17C2C-1AE2-4951-B961-1EDC2781A6CB}" srcOrd="7" destOrd="0" presId="urn:microsoft.com/office/officeart/2008/layout/LinedList"/>
    <dgm:cxn modelId="{FA243703-62F6-4C33-B26D-C100541CAAF7}" type="presParOf" srcId="{1BC17C2C-1AE2-4951-B961-1EDC2781A6CB}" destId="{155B4DF0-C91F-410F-910F-FDC320704903}" srcOrd="0" destOrd="0" presId="urn:microsoft.com/office/officeart/2008/layout/LinedList"/>
    <dgm:cxn modelId="{C52193B0-FF09-4612-9002-6EDB316785A1}" type="presParOf" srcId="{1BC17C2C-1AE2-4951-B961-1EDC2781A6CB}" destId="{BFB158EA-4C65-4EF8-9E5D-AF4DE20967B6}" srcOrd="1" destOrd="0" presId="urn:microsoft.com/office/officeart/2008/layout/LinedList"/>
    <dgm:cxn modelId="{0B130189-48B8-47C0-8E58-B2FA52A2FC4B}" type="presParOf" srcId="{1BC17C2C-1AE2-4951-B961-1EDC2781A6CB}" destId="{5AC6AE50-8D2D-4C2F-BD17-AB9383FF56D7}" srcOrd="2" destOrd="0" presId="urn:microsoft.com/office/officeart/2008/layout/LinedList"/>
    <dgm:cxn modelId="{ABEAF0F2-83A3-495E-9390-845A07A77950}" type="presParOf" srcId="{99F2C60F-AA60-4FD9-9741-ADA50AF69EF7}" destId="{F082452E-D0AB-4C3A-9D8B-E8B080AB1412}" srcOrd="8" destOrd="0" presId="urn:microsoft.com/office/officeart/2008/layout/LinedList"/>
    <dgm:cxn modelId="{CDF4F71E-3BD2-4D8C-8AC3-816330A5C54A}" type="presParOf" srcId="{99F2C60F-AA60-4FD9-9741-ADA50AF69EF7}" destId="{DB388F61-37CB-45F6-BDBE-798143075342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379407-24C2-4971-BEC8-D5FEA435243D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AC451E8F-A006-47B6-86B0-1D69508A67EE}">
      <dgm:prSet phldrT="[Текст]"/>
      <dgm:spPr/>
      <dgm:t>
        <a:bodyPr/>
        <a:lstStyle/>
        <a:p>
          <a:r>
            <a:rPr lang="ru-RU" dirty="0"/>
            <a:t>3 Этап:</a:t>
          </a:r>
        </a:p>
        <a:p>
          <a:r>
            <a:rPr lang="ru-RU" dirty="0"/>
            <a:t>Поддержка других языков, внедрение модификаций игры, поведенческих черт искусственного интеллекта</a:t>
          </a:r>
        </a:p>
      </dgm:t>
    </dgm:pt>
    <dgm:pt modelId="{4BB72491-9F98-4038-B69A-212B8B2B82C5}" type="parTrans" cxnId="{0138F5B4-E9B5-48AE-AB37-A76C4FE8E286}">
      <dgm:prSet/>
      <dgm:spPr/>
      <dgm:t>
        <a:bodyPr/>
        <a:lstStyle/>
        <a:p>
          <a:endParaRPr lang="ru-RU"/>
        </a:p>
      </dgm:t>
    </dgm:pt>
    <dgm:pt modelId="{5C9DBE0F-BBBE-4EBC-84EC-378D3B630F4C}" type="sibTrans" cxnId="{0138F5B4-E9B5-48AE-AB37-A76C4FE8E286}">
      <dgm:prSet/>
      <dgm:spPr/>
      <dgm:t>
        <a:bodyPr/>
        <a:lstStyle/>
        <a:p>
          <a:endParaRPr lang="ru-RU"/>
        </a:p>
      </dgm:t>
    </dgm:pt>
    <dgm:pt modelId="{DD5B3E6E-0406-40AD-987E-E8BD54FB0466}">
      <dgm:prSet phldrT="[Текст]"/>
      <dgm:spPr/>
      <dgm:t>
        <a:bodyPr/>
        <a:lstStyle/>
        <a:p>
          <a:r>
            <a:rPr lang="ru-RU" dirty="0"/>
            <a:t>Модернизация карточек игроков</a:t>
          </a:r>
        </a:p>
        <a:p>
          <a:r>
            <a:rPr lang="ru-RU" dirty="0"/>
            <a:t>2 Этап:</a:t>
          </a:r>
        </a:p>
      </dgm:t>
    </dgm:pt>
    <dgm:pt modelId="{6F540156-3144-441C-8D25-90897B387889}" type="sibTrans" cxnId="{D09F8315-1E2A-4DEE-9D93-2258E332C7F8}">
      <dgm:prSet/>
      <dgm:spPr/>
      <dgm:t>
        <a:bodyPr/>
        <a:lstStyle/>
        <a:p>
          <a:endParaRPr lang="ru-RU"/>
        </a:p>
      </dgm:t>
    </dgm:pt>
    <dgm:pt modelId="{CE5C6A19-301D-4754-AA68-714FCB5FD098}" type="parTrans" cxnId="{D09F8315-1E2A-4DEE-9D93-2258E332C7F8}">
      <dgm:prSet/>
      <dgm:spPr/>
      <dgm:t>
        <a:bodyPr/>
        <a:lstStyle/>
        <a:p>
          <a:endParaRPr lang="ru-RU"/>
        </a:p>
      </dgm:t>
    </dgm:pt>
    <dgm:pt modelId="{84779FFC-A0F2-48F9-AAB8-B915C59ACEA7}">
      <dgm:prSet phldrT="[Текст]"/>
      <dgm:spPr/>
      <dgm:t>
        <a:bodyPr/>
        <a:lstStyle/>
        <a:p>
          <a:r>
            <a:rPr lang="ru-RU" dirty="0"/>
            <a:t>1 Этап:</a:t>
          </a:r>
        </a:p>
        <a:p>
          <a:r>
            <a:rPr lang="ru-RU" dirty="0"/>
            <a:t>Реализация всех состояний игры</a:t>
          </a:r>
        </a:p>
      </dgm:t>
    </dgm:pt>
    <dgm:pt modelId="{53438981-8519-49D8-9425-C2F9E322C3BA}" type="sibTrans" cxnId="{5DDA6C9F-0A8A-4826-ABE2-7EA5A2218BCE}">
      <dgm:prSet/>
      <dgm:spPr/>
      <dgm:t>
        <a:bodyPr/>
        <a:lstStyle/>
        <a:p>
          <a:endParaRPr lang="ru-RU"/>
        </a:p>
      </dgm:t>
    </dgm:pt>
    <dgm:pt modelId="{AE995834-6358-4348-88DF-95239DEFDCFB}" type="parTrans" cxnId="{5DDA6C9F-0A8A-4826-ABE2-7EA5A2218BCE}">
      <dgm:prSet/>
      <dgm:spPr/>
      <dgm:t>
        <a:bodyPr/>
        <a:lstStyle/>
        <a:p>
          <a:endParaRPr lang="ru-RU"/>
        </a:p>
      </dgm:t>
    </dgm:pt>
    <dgm:pt modelId="{04255087-B87C-494A-A4BF-4DB84DCBABD2}" type="pres">
      <dgm:prSet presAssocID="{92379407-24C2-4971-BEC8-D5FEA435243D}" presName="Name0" presStyleCnt="0">
        <dgm:presLayoutVars>
          <dgm:dir/>
          <dgm:resizeHandles val="exact"/>
        </dgm:presLayoutVars>
      </dgm:prSet>
      <dgm:spPr/>
    </dgm:pt>
    <dgm:pt modelId="{09CDB4EB-48CC-4F10-AD85-D64AD6E4C6CF}" type="pres">
      <dgm:prSet presAssocID="{92379407-24C2-4971-BEC8-D5FEA435243D}" presName="arrow" presStyleLbl="bgShp" presStyleIdx="0" presStyleCnt="1"/>
      <dgm:spPr/>
    </dgm:pt>
    <dgm:pt modelId="{49053979-9752-4D58-A835-B4AF14E66D95}" type="pres">
      <dgm:prSet presAssocID="{92379407-24C2-4971-BEC8-D5FEA435243D}" presName="points" presStyleCnt="0"/>
      <dgm:spPr/>
    </dgm:pt>
    <dgm:pt modelId="{A599CCE9-CCE7-4801-8E9D-0FD314A271DC}" type="pres">
      <dgm:prSet presAssocID="{84779FFC-A0F2-48F9-AAB8-B915C59ACEA7}" presName="compositeA" presStyleCnt="0"/>
      <dgm:spPr/>
    </dgm:pt>
    <dgm:pt modelId="{C60A129C-C77E-4F11-AF5E-E44743547A9C}" type="pres">
      <dgm:prSet presAssocID="{84779FFC-A0F2-48F9-AAB8-B915C59ACEA7}" presName="textA" presStyleLbl="revTx" presStyleIdx="0" presStyleCnt="3" custScaleX="191451" custScaleY="29531" custLinFactNeighborX="5595" custLinFactNeighborY="50156">
        <dgm:presLayoutVars>
          <dgm:bulletEnabled val="1"/>
        </dgm:presLayoutVars>
      </dgm:prSet>
      <dgm:spPr/>
    </dgm:pt>
    <dgm:pt modelId="{90A0F54B-21B0-49BE-AEEB-CC6FC5D2E5A3}" type="pres">
      <dgm:prSet presAssocID="{84779FFC-A0F2-48F9-AAB8-B915C59ACEA7}" presName="circleA" presStyleLbl="node1" presStyleIdx="0" presStyleCnt="3" custLinFactNeighborX="7500" custLinFactNeighborY="63750"/>
      <dgm:spPr/>
    </dgm:pt>
    <dgm:pt modelId="{7B19C74E-3824-4D1A-91C1-DBF43AE3C430}" type="pres">
      <dgm:prSet presAssocID="{84779FFC-A0F2-48F9-AAB8-B915C59ACEA7}" presName="spaceA" presStyleCnt="0"/>
      <dgm:spPr/>
    </dgm:pt>
    <dgm:pt modelId="{D76AC470-83D6-477C-8A2B-A4B1994BD413}" type="pres">
      <dgm:prSet presAssocID="{53438981-8519-49D8-9425-C2F9E322C3BA}" presName="space" presStyleCnt="0"/>
      <dgm:spPr/>
    </dgm:pt>
    <dgm:pt modelId="{32AD6A26-5ADD-4A2B-ADED-E0D8BF7E9A02}" type="pres">
      <dgm:prSet presAssocID="{DD5B3E6E-0406-40AD-987E-E8BD54FB0466}" presName="compositeB" presStyleCnt="0"/>
      <dgm:spPr/>
    </dgm:pt>
    <dgm:pt modelId="{1E7BD99F-B1CB-4629-86A4-C7AC6ACB22B6}" type="pres">
      <dgm:prSet presAssocID="{DD5B3E6E-0406-40AD-987E-E8BD54FB0466}" presName="textB" presStyleLbl="revTx" presStyleIdx="1" presStyleCnt="3" custScaleX="180939" custLinFactNeighborX="-37368" custLinFactNeighborY="-1406">
        <dgm:presLayoutVars>
          <dgm:bulletEnabled val="1"/>
        </dgm:presLayoutVars>
      </dgm:prSet>
      <dgm:spPr/>
    </dgm:pt>
    <dgm:pt modelId="{7C0B993C-3F30-436A-A6D5-2713FF760C89}" type="pres">
      <dgm:prSet presAssocID="{DD5B3E6E-0406-40AD-987E-E8BD54FB0466}" presName="circleB" presStyleLbl="node1" presStyleIdx="1" presStyleCnt="3" custLinFactNeighborX="-81700" custLinFactNeighborY="-1875"/>
      <dgm:spPr/>
    </dgm:pt>
    <dgm:pt modelId="{DA2726D1-A87C-4319-AD5E-416686C83A08}" type="pres">
      <dgm:prSet presAssocID="{DD5B3E6E-0406-40AD-987E-E8BD54FB0466}" presName="spaceB" presStyleCnt="0"/>
      <dgm:spPr/>
    </dgm:pt>
    <dgm:pt modelId="{037C8D44-B634-4853-8DA3-A9E122750472}" type="pres">
      <dgm:prSet presAssocID="{6F540156-3144-441C-8D25-90897B387889}" presName="space" presStyleCnt="0"/>
      <dgm:spPr/>
    </dgm:pt>
    <dgm:pt modelId="{0F40DA59-BF71-4801-8BDD-1CE6826AD7BB}" type="pres">
      <dgm:prSet presAssocID="{AC451E8F-A006-47B6-86B0-1D69508A67EE}" presName="compositeA" presStyleCnt="0"/>
      <dgm:spPr/>
    </dgm:pt>
    <dgm:pt modelId="{655296C4-60E1-460B-B988-232DB66D1FDE}" type="pres">
      <dgm:prSet presAssocID="{AC451E8F-A006-47B6-86B0-1D69508A67EE}" presName="textA" presStyleLbl="revTx" presStyleIdx="2" presStyleCnt="3" custScaleX="211927" custScaleY="42187" custLinFactNeighborX="-42109" custLinFactNeighborY="37964">
        <dgm:presLayoutVars>
          <dgm:bulletEnabled val="1"/>
        </dgm:presLayoutVars>
      </dgm:prSet>
      <dgm:spPr/>
    </dgm:pt>
    <dgm:pt modelId="{F4215BF1-AC9C-4D10-8E9E-7625E3097ECA}" type="pres">
      <dgm:prSet presAssocID="{AC451E8F-A006-47B6-86B0-1D69508A67EE}" presName="circleA" presStyleLbl="node1" presStyleIdx="2" presStyleCnt="3" custLinFactNeighborX="-88125" custLinFactNeighborY="56250"/>
      <dgm:spPr/>
    </dgm:pt>
    <dgm:pt modelId="{C0EC46AE-9BB6-49F1-AA5D-B57515014314}" type="pres">
      <dgm:prSet presAssocID="{AC451E8F-A006-47B6-86B0-1D69508A67EE}" presName="spaceA" presStyleCnt="0"/>
      <dgm:spPr/>
    </dgm:pt>
  </dgm:ptLst>
  <dgm:cxnLst>
    <dgm:cxn modelId="{D09F8315-1E2A-4DEE-9D93-2258E332C7F8}" srcId="{92379407-24C2-4971-BEC8-D5FEA435243D}" destId="{DD5B3E6E-0406-40AD-987E-E8BD54FB0466}" srcOrd="1" destOrd="0" parTransId="{CE5C6A19-301D-4754-AA68-714FCB5FD098}" sibTransId="{6F540156-3144-441C-8D25-90897B387889}"/>
    <dgm:cxn modelId="{C1D76B33-E9C9-4BA1-BA33-176C8870EE17}" type="presOf" srcId="{DD5B3E6E-0406-40AD-987E-E8BD54FB0466}" destId="{1E7BD99F-B1CB-4629-86A4-C7AC6ACB22B6}" srcOrd="0" destOrd="0" presId="urn:microsoft.com/office/officeart/2005/8/layout/hProcess11"/>
    <dgm:cxn modelId="{1EC8DD4C-C9D0-4ED6-981C-CE0741A3C4D3}" type="presOf" srcId="{84779FFC-A0F2-48F9-AAB8-B915C59ACEA7}" destId="{C60A129C-C77E-4F11-AF5E-E44743547A9C}" srcOrd="0" destOrd="0" presId="urn:microsoft.com/office/officeart/2005/8/layout/hProcess11"/>
    <dgm:cxn modelId="{94A79D88-6BC5-4773-8BC5-6C4EA82EBC59}" type="presOf" srcId="{AC451E8F-A006-47B6-86B0-1D69508A67EE}" destId="{655296C4-60E1-460B-B988-232DB66D1FDE}" srcOrd="0" destOrd="0" presId="urn:microsoft.com/office/officeart/2005/8/layout/hProcess11"/>
    <dgm:cxn modelId="{5DDA6C9F-0A8A-4826-ABE2-7EA5A2218BCE}" srcId="{92379407-24C2-4971-BEC8-D5FEA435243D}" destId="{84779FFC-A0F2-48F9-AAB8-B915C59ACEA7}" srcOrd="0" destOrd="0" parTransId="{AE995834-6358-4348-88DF-95239DEFDCFB}" sibTransId="{53438981-8519-49D8-9425-C2F9E322C3BA}"/>
    <dgm:cxn modelId="{390451A7-E02C-4684-98C3-6D8E5B665D3D}" type="presOf" srcId="{92379407-24C2-4971-BEC8-D5FEA435243D}" destId="{04255087-B87C-494A-A4BF-4DB84DCBABD2}" srcOrd="0" destOrd="0" presId="urn:microsoft.com/office/officeart/2005/8/layout/hProcess11"/>
    <dgm:cxn modelId="{0138F5B4-E9B5-48AE-AB37-A76C4FE8E286}" srcId="{92379407-24C2-4971-BEC8-D5FEA435243D}" destId="{AC451E8F-A006-47B6-86B0-1D69508A67EE}" srcOrd="2" destOrd="0" parTransId="{4BB72491-9F98-4038-B69A-212B8B2B82C5}" sibTransId="{5C9DBE0F-BBBE-4EBC-84EC-378D3B630F4C}"/>
    <dgm:cxn modelId="{30CCA8F1-ADE7-4935-AF3D-E7A6A7BADB83}" type="presParOf" srcId="{04255087-B87C-494A-A4BF-4DB84DCBABD2}" destId="{09CDB4EB-48CC-4F10-AD85-D64AD6E4C6CF}" srcOrd="0" destOrd="0" presId="urn:microsoft.com/office/officeart/2005/8/layout/hProcess11"/>
    <dgm:cxn modelId="{CE00A8A5-9B57-482F-B902-D959ADD33E59}" type="presParOf" srcId="{04255087-B87C-494A-A4BF-4DB84DCBABD2}" destId="{49053979-9752-4D58-A835-B4AF14E66D95}" srcOrd="1" destOrd="0" presId="urn:microsoft.com/office/officeart/2005/8/layout/hProcess11"/>
    <dgm:cxn modelId="{31604ED8-FF97-4D03-B84B-BACD44E0B8F4}" type="presParOf" srcId="{49053979-9752-4D58-A835-B4AF14E66D95}" destId="{A599CCE9-CCE7-4801-8E9D-0FD314A271DC}" srcOrd="0" destOrd="0" presId="urn:microsoft.com/office/officeart/2005/8/layout/hProcess11"/>
    <dgm:cxn modelId="{5CAE7455-5E4B-40C7-B361-C5CE214B1F8C}" type="presParOf" srcId="{A599CCE9-CCE7-4801-8E9D-0FD314A271DC}" destId="{C60A129C-C77E-4F11-AF5E-E44743547A9C}" srcOrd="0" destOrd="0" presId="urn:microsoft.com/office/officeart/2005/8/layout/hProcess11"/>
    <dgm:cxn modelId="{DE1E41B0-0E73-4E5A-BFE8-8D18F7045835}" type="presParOf" srcId="{A599CCE9-CCE7-4801-8E9D-0FD314A271DC}" destId="{90A0F54B-21B0-49BE-AEEB-CC6FC5D2E5A3}" srcOrd="1" destOrd="0" presId="urn:microsoft.com/office/officeart/2005/8/layout/hProcess11"/>
    <dgm:cxn modelId="{E88E2824-F7BB-458C-A51E-B26FFB1DEB56}" type="presParOf" srcId="{A599CCE9-CCE7-4801-8E9D-0FD314A271DC}" destId="{7B19C74E-3824-4D1A-91C1-DBF43AE3C430}" srcOrd="2" destOrd="0" presId="urn:microsoft.com/office/officeart/2005/8/layout/hProcess11"/>
    <dgm:cxn modelId="{330F72B3-8117-42DA-ACC6-F01C2F7A4FE2}" type="presParOf" srcId="{49053979-9752-4D58-A835-B4AF14E66D95}" destId="{D76AC470-83D6-477C-8A2B-A4B1994BD413}" srcOrd="1" destOrd="0" presId="urn:microsoft.com/office/officeart/2005/8/layout/hProcess11"/>
    <dgm:cxn modelId="{11032AA8-E198-4C1F-BF6D-5806CA303F7A}" type="presParOf" srcId="{49053979-9752-4D58-A835-B4AF14E66D95}" destId="{32AD6A26-5ADD-4A2B-ADED-E0D8BF7E9A02}" srcOrd="2" destOrd="0" presId="urn:microsoft.com/office/officeart/2005/8/layout/hProcess11"/>
    <dgm:cxn modelId="{3EA7C2D8-83AC-416D-A191-FA347EE0E609}" type="presParOf" srcId="{32AD6A26-5ADD-4A2B-ADED-E0D8BF7E9A02}" destId="{1E7BD99F-B1CB-4629-86A4-C7AC6ACB22B6}" srcOrd="0" destOrd="0" presId="urn:microsoft.com/office/officeart/2005/8/layout/hProcess11"/>
    <dgm:cxn modelId="{B5AF0D86-5556-476D-821B-019CF1C812B0}" type="presParOf" srcId="{32AD6A26-5ADD-4A2B-ADED-E0D8BF7E9A02}" destId="{7C0B993C-3F30-436A-A6D5-2713FF760C89}" srcOrd="1" destOrd="0" presId="urn:microsoft.com/office/officeart/2005/8/layout/hProcess11"/>
    <dgm:cxn modelId="{B243721A-8721-4099-ACF1-94BB193A6B2F}" type="presParOf" srcId="{32AD6A26-5ADD-4A2B-ADED-E0D8BF7E9A02}" destId="{DA2726D1-A87C-4319-AD5E-416686C83A08}" srcOrd="2" destOrd="0" presId="urn:microsoft.com/office/officeart/2005/8/layout/hProcess11"/>
    <dgm:cxn modelId="{73D62233-9712-44F9-AE44-86F9811C4944}" type="presParOf" srcId="{49053979-9752-4D58-A835-B4AF14E66D95}" destId="{037C8D44-B634-4853-8DA3-A9E122750472}" srcOrd="3" destOrd="0" presId="urn:microsoft.com/office/officeart/2005/8/layout/hProcess11"/>
    <dgm:cxn modelId="{06956F38-15A1-4054-82AE-0D3203BF0F03}" type="presParOf" srcId="{49053979-9752-4D58-A835-B4AF14E66D95}" destId="{0F40DA59-BF71-4801-8BDD-1CE6826AD7BB}" srcOrd="4" destOrd="0" presId="urn:microsoft.com/office/officeart/2005/8/layout/hProcess11"/>
    <dgm:cxn modelId="{08E66CEA-D733-4C1A-80DC-9E4CA5DD3FEC}" type="presParOf" srcId="{0F40DA59-BF71-4801-8BDD-1CE6826AD7BB}" destId="{655296C4-60E1-460B-B988-232DB66D1FDE}" srcOrd="0" destOrd="0" presId="urn:microsoft.com/office/officeart/2005/8/layout/hProcess11"/>
    <dgm:cxn modelId="{B168853A-F0F9-449E-90C4-6D0DAAF99B8D}" type="presParOf" srcId="{0F40DA59-BF71-4801-8BDD-1CE6826AD7BB}" destId="{F4215BF1-AC9C-4D10-8E9E-7625E3097ECA}" srcOrd="1" destOrd="0" presId="urn:microsoft.com/office/officeart/2005/8/layout/hProcess11"/>
    <dgm:cxn modelId="{50B40315-C5C9-47A2-827E-BD2EBDB0AA80}" type="presParOf" srcId="{0F40DA59-BF71-4801-8BDD-1CE6826AD7BB}" destId="{C0EC46AE-9BB6-49F1-AA5D-B57515014314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49960-5B79-4E62-BD58-B513AF269B5B}">
      <dsp:nvSpPr>
        <dsp:cNvPr id="0" name=""/>
        <dsp:cNvSpPr/>
      </dsp:nvSpPr>
      <dsp:spPr>
        <a:xfrm>
          <a:off x="0" y="242566"/>
          <a:ext cx="654303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813" tIns="333248" rIns="50781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По нажатии на функциональную кнопку происходит генерация персонажей и создается сессия игры через </a:t>
          </a:r>
          <a:r>
            <a:rPr lang="en-US" sz="1600" kern="1200" dirty="0"/>
            <a:t>ID </a:t>
          </a:r>
          <a:r>
            <a:rPr lang="ru-RU" sz="1600" kern="1200" dirty="0"/>
            <a:t>пользователя</a:t>
          </a:r>
        </a:p>
      </dsp:txBody>
      <dsp:txXfrm>
        <a:off x="0" y="242566"/>
        <a:ext cx="6543039" cy="1134000"/>
      </dsp:txXfrm>
    </dsp:sp>
    <dsp:sp modelId="{95FEC961-9EE9-4E6F-A31D-46701ED72B3B}">
      <dsp:nvSpPr>
        <dsp:cNvPr id="0" name=""/>
        <dsp:cNvSpPr/>
      </dsp:nvSpPr>
      <dsp:spPr>
        <a:xfrm>
          <a:off x="327152" y="6406"/>
          <a:ext cx="458012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118" tIns="0" rIns="17311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начать</a:t>
          </a:r>
        </a:p>
      </dsp:txBody>
      <dsp:txXfrm>
        <a:off x="350209" y="29463"/>
        <a:ext cx="4534014" cy="426206"/>
      </dsp:txXfrm>
    </dsp:sp>
    <dsp:sp modelId="{FE122220-3880-44A2-A739-640AD64AAEBB}">
      <dsp:nvSpPr>
        <dsp:cNvPr id="0" name=""/>
        <dsp:cNvSpPr/>
      </dsp:nvSpPr>
      <dsp:spPr>
        <a:xfrm>
          <a:off x="0" y="1699126"/>
          <a:ext cx="654303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813" tIns="333248" rIns="50781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Исходя из очереди, если это очередь игрока «ведущий» просит ввести сообщения для анализа, если же очередь искусственного интеллекта – передается запрос на сервер</a:t>
          </a:r>
        </a:p>
      </dsp:txBody>
      <dsp:txXfrm>
        <a:off x="0" y="1699126"/>
        <a:ext cx="6543039" cy="1134000"/>
      </dsp:txXfrm>
    </dsp:sp>
    <dsp:sp modelId="{B0A5587E-A061-43BF-BE43-6046BC3F4D1A}">
      <dsp:nvSpPr>
        <dsp:cNvPr id="0" name=""/>
        <dsp:cNvSpPr/>
      </dsp:nvSpPr>
      <dsp:spPr>
        <a:xfrm>
          <a:off x="327152" y="1462966"/>
          <a:ext cx="458012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118" tIns="0" rIns="17311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утро</a:t>
          </a:r>
        </a:p>
      </dsp:txBody>
      <dsp:txXfrm>
        <a:off x="350209" y="1486023"/>
        <a:ext cx="4534014" cy="426206"/>
      </dsp:txXfrm>
    </dsp:sp>
    <dsp:sp modelId="{C6AF4ED8-270E-41B2-B64F-50C47723F6ED}">
      <dsp:nvSpPr>
        <dsp:cNvPr id="0" name=""/>
        <dsp:cNvSpPr/>
      </dsp:nvSpPr>
      <dsp:spPr>
        <a:xfrm>
          <a:off x="0" y="3155686"/>
          <a:ext cx="6543039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813" tIns="333248" rIns="50781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Также, исходя из очереди, если очередь игрока, в зависимости от роли предлагается воспользоваться специальным инструментом роли, в очередь ИИ – передается запрос на сервер</a:t>
          </a:r>
        </a:p>
      </dsp:txBody>
      <dsp:txXfrm>
        <a:off x="0" y="3155686"/>
        <a:ext cx="6543039" cy="1360800"/>
      </dsp:txXfrm>
    </dsp:sp>
    <dsp:sp modelId="{E45C2F7F-41A3-4397-A572-20A2BD6F9CC9}">
      <dsp:nvSpPr>
        <dsp:cNvPr id="0" name=""/>
        <dsp:cNvSpPr/>
      </dsp:nvSpPr>
      <dsp:spPr>
        <a:xfrm>
          <a:off x="327152" y="2919526"/>
          <a:ext cx="458012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118" tIns="0" rIns="17311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ночь</a:t>
          </a:r>
        </a:p>
      </dsp:txBody>
      <dsp:txXfrm>
        <a:off x="350209" y="2942583"/>
        <a:ext cx="4534014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17304-6CFF-4262-8A1E-B40852DF0A67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7A42A-9B2F-4F3C-8959-16DB2F4AC59C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Ошибки</a:t>
          </a:r>
        </a:p>
      </dsp:txBody>
      <dsp:txXfrm>
        <a:off x="0" y="0"/>
        <a:ext cx="2103120" cy="4351338"/>
      </dsp:txXfrm>
    </dsp:sp>
    <dsp:sp modelId="{C4B54C23-973C-4D8E-8E77-6969B15E76B4}">
      <dsp:nvSpPr>
        <dsp:cNvPr id="0" name=""/>
        <dsp:cNvSpPr/>
      </dsp:nvSpPr>
      <dsp:spPr>
        <a:xfrm>
          <a:off x="2260854" y="67989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Некорректная генерация карточек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	к моменту завершения курсовой работы была исправлена внедрением </a:t>
          </a:r>
          <a:r>
            <a:rPr lang="en-US" sz="1600" kern="1200" dirty="0"/>
            <a:t>try</a:t>
          </a:r>
          <a:r>
            <a:rPr lang="ru-RU" sz="1600" kern="1200" dirty="0"/>
            <a:t>/</a:t>
          </a:r>
          <a:r>
            <a:rPr lang="en-US" sz="1600" kern="1200" dirty="0"/>
            <a:t>except</a:t>
          </a:r>
          <a:r>
            <a:rPr lang="ru-RU" sz="1600" kern="1200" dirty="0"/>
            <a:t> конструкции</a:t>
          </a:r>
        </a:p>
      </dsp:txBody>
      <dsp:txXfrm>
        <a:off x="2260854" y="67989"/>
        <a:ext cx="8254746" cy="1359793"/>
      </dsp:txXfrm>
    </dsp:sp>
    <dsp:sp modelId="{AEAD3597-D576-4867-A454-CC38F7BB61C4}">
      <dsp:nvSpPr>
        <dsp:cNvPr id="0" name=""/>
        <dsp:cNvSpPr/>
      </dsp:nvSpPr>
      <dsp:spPr>
        <a:xfrm>
          <a:off x="2103120" y="142778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61970-4FA6-47C6-81DC-DA5D7D1416E8}">
      <dsp:nvSpPr>
        <dsp:cNvPr id="0" name=""/>
        <dsp:cNvSpPr/>
      </dsp:nvSpPr>
      <dsp:spPr>
        <a:xfrm>
          <a:off x="2260854" y="1495772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«Загрязнение» ответа идентификаторами и иностранными словами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	к моменту завершения курсовой работы была исправлена внедрением в аналитическую функцию ответа сервера регулярными выражениями, Если ответ поступил полностью на иностранном языке – ошибка не исправима из-за географических особенностей ресурса и расценивается за «мета-гейминг»</a:t>
          </a:r>
        </a:p>
      </dsp:txBody>
      <dsp:txXfrm>
        <a:off x="2260854" y="1495772"/>
        <a:ext cx="8254746" cy="1359793"/>
      </dsp:txXfrm>
    </dsp:sp>
    <dsp:sp modelId="{E6CD6102-6A9F-4990-B7D1-6CBBCB5A352F}">
      <dsp:nvSpPr>
        <dsp:cNvPr id="0" name=""/>
        <dsp:cNvSpPr/>
      </dsp:nvSpPr>
      <dsp:spPr>
        <a:xfrm>
          <a:off x="2103120" y="285556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158EA-4C65-4EF8-9E5D-AF4DE20967B6}">
      <dsp:nvSpPr>
        <dsp:cNvPr id="0" name=""/>
        <dsp:cNvSpPr/>
      </dsp:nvSpPr>
      <dsp:spPr>
        <a:xfrm>
          <a:off x="2260854" y="2923555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Не попадание ответа сервера в регулярное выражение для анализа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	Во время ночного периода искусственный интеллект мог вызывать ошибку (2) или же выдавать ответ в другом формате из-за чего возникал сбой работы приложения. Решено внедрением в финальный продукт </a:t>
          </a:r>
          <a:r>
            <a:rPr lang="en-US" sz="1600" kern="1200" dirty="0"/>
            <a:t>if/else </a:t>
          </a:r>
          <a:r>
            <a:rPr lang="ru-RU" sz="1600" kern="1200" dirty="0"/>
            <a:t>конструкции с постусловием попадания в список имен игроков сессии, в случае если попадания нет, происходит повторная генерация ответа</a:t>
          </a:r>
        </a:p>
      </dsp:txBody>
      <dsp:txXfrm>
        <a:off x="2260854" y="2923555"/>
        <a:ext cx="8254746" cy="1359793"/>
      </dsp:txXfrm>
    </dsp:sp>
    <dsp:sp modelId="{F082452E-D0AB-4C3A-9D8B-E8B080AB1412}">
      <dsp:nvSpPr>
        <dsp:cNvPr id="0" name=""/>
        <dsp:cNvSpPr/>
      </dsp:nvSpPr>
      <dsp:spPr>
        <a:xfrm>
          <a:off x="2103120" y="428334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DB4EB-48CC-4F10-AD85-D64AD6E4C6CF}">
      <dsp:nvSpPr>
        <dsp:cNvPr id="0" name=""/>
        <dsp:cNvSpPr/>
      </dsp:nvSpPr>
      <dsp:spPr>
        <a:xfrm>
          <a:off x="0" y="1625600"/>
          <a:ext cx="8128000" cy="21674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A129C-C77E-4F11-AF5E-E44743547A9C}">
      <dsp:nvSpPr>
        <dsp:cNvPr id="0" name=""/>
        <dsp:cNvSpPr/>
      </dsp:nvSpPr>
      <dsp:spPr>
        <a:xfrm>
          <a:off x="69879" y="1468962"/>
          <a:ext cx="2355825" cy="640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 Этап: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Реализация всех состояний игры</a:t>
          </a:r>
        </a:p>
      </dsp:txBody>
      <dsp:txXfrm>
        <a:off x="69879" y="1468962"/>
        <a:ext cx="2355825" cy="640074"/>
      </dsp:txXfrm>
    </dsp:sp>
    <dsp:sp modelId="{90A0F54B-21B0-49BE-AEEB-CC6FC5D2E5A3}">
      <dsp:nvSpPr>
        <dsp:cNvPr id="0" name=""/>
        <dsp:cNvSpPr/>
      </dsp:nvSpPr>
      <dsp:spPr>
        <a:xfrm>
          <a:off x="948651" y="2401992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BD99F-B1CB-4629-86A4-C7AC6ACB22B6}">
      <dsp:nvSpPr>
        <dsp:cNvPr id="0" name=""/>
        <dsp:cNvSpPr/>
      </dsp:nvSpPr>
      <dsp:spPr>
        <a:xfrm>
          <a:off x="1958565" y="3220725"/>
          <a:ext cx="2226474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Модернизация карточек игроков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 Этап:</a:t>
          </a:r>
        </a:p>
      </dsp:txBody>
      <dsp:txXfrm>
        <a:off x="1958565" y="3220725"/>
        <a:ext cx="2226474" cy="2167466"/>
      </dsp:txXfrm>
    </dsp:sp>
    <dsp:sp modelId="{7C0B993C-3F30-436A-A6D5-2713FF760C89}">
      <dsp:nvSpPr>
        <dsp:cNvPr id="0" name=""/>
        <dsp:cNvSpPr/>
      </dsp:nvSpPr>
      <dsp:spPr>
        <a:xfrm>
          <a:off x="2817981" y="242824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296C4-60E1-460B-B988-232DB66D1FDE}">
      <dsp:nvSpPr>
        <dsp:cNvPr id="0" name=""/>
        <dsp:cNvSpPr/>
      </dsp:nvSpPr>
      <dsp:spPr>
        <a:xfrm>
          <a:off x="4188227" y="1136126"/>
          <a:ext cx="2607784" cy="9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3 Этап: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Поддержка других языков, внедрение модификаций игры, поведенческих черт искусственного интеллекта</a:t>
          </a:r>
        </a:p>
      </dsp:txBody>
      <dsp:txXfrm>
        <a:off x="4188227" y="1136126"/>
        <a:ext cx="2607784" cy="914389"/>
      </dsp:txXfrm>
    </dsp:sp>
    <dsp:sp modelId="{F4215BF1-AC9C-4D10-8E9E-7625E3097ECA}">
      <dsp:nvSpPr>
        <dsp:cNvPr id="0" name=""/>
        <dsp:cNvSpPr/>
      </dsp:nvSpPr>
      <dsp:spPr>
        <a:xfrm>
          <a:off x="5261822" y="242993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EB3DB-3AFF-4A3F-B010-BB7C2E3152C8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953E5-B55C-41DC-BE8F-862100E71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71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3D0DE-526F-40D7-BA7B-218A01AB4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3C3FF1-9F3E-4194-8F71-9FDDADC0D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16CE15-965A-4EE3-99FE-A10EBEA4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6BE954-2E53-43DF-9362-F87F533E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CACFFA-1495-4F0B-984A-B5842364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43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39AF6-64D0-46DB-9B1E-1A0DF8198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120B7F-9171-42BF-95E2-AC5AD53D0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167D40-FD10-4A4E-B547-C40F612E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82E2FF-0E2B-42FC-833A-45B82589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AFFF62-2658-4C17-994B-E194C52B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15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4AFDD-1EE2-4A47-B9C6-2EAF889B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1479BD-FCF8-4FEE-9A9F-DAF00F8D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482E4B-A568-4A44-91AA-A26411C2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68B510-FEBF-497E-B7E8-3718C64D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B81F2E-79AC-4B31-8AE1-4D9AE28E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06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568FA-0D54-42DD-9ABA-DB08C858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F3615D-DF8D-47B5-BDC7-A1B0FEF2B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4C249B-A497-4236-8B32-1CFA0B25A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7CB7AA-754D-427C-A2EB-3EC5B61A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4BBFF8-AA0D-48E3-9C50-D897A6252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D8461-F364-4104-BC1E-23DE92D6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34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F7DAF-9068-4492-BBDB-21192994C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1AD5D2-0198-4314-B436-6C7B03C67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3012DF-BF45-45A9-9FD2-AEDE258D2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31D6E1-6098-409B-9838-4AE51DA6E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3911682-3652-4BA7-8F9F-6469F5DA3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4BD840-DD77-48CB-A4B5-9A82FB6B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3EBF79B-75E5-4278-8E98-A6E0F03D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0FF2B3-A426-40C1-B699-0C61B0DB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1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D26F9-126E-421F-95C2-241BA2FE7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ADA550-68E6-4065-B50A-CFA8111C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7268A5-C579-4ADA-828B-36B8302F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6BC26C-0BBC-472C-8FC6-4BF1CE85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21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58352A-00D9-49D5-BDD8-5CCB44C9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BDE9CE-09DF-4877-ACB8-4FBBD521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4E8F8A-038F-4E68-BEE5-0717AD8F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634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77591-C773-42AE-A0C5-06B2B05A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0B6A6-E1FE-4232-929C-C3CE9C78D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31A25-4FB7-4D43-87EC-30AFBC4E1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AB1F7A-67BC-4865-A1CA-6435E3A9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052FF3-3EB6-4FC5-BB30-75AAA7A5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880A6A-0877-45EA-B255-99A78864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6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E1B122-C940-4F36-87A3-99BAE29C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14FE72-52BB-484F-BDE3-D683B48CA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CFB348-AEE8-468B-B479-B800EB229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F28DBA-BB7A-48C1-A486-40051D2E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7A7D2F-CAB6-441A-B4A3-DF079F03C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8B70FF-DBCE-4633-845E-EBF912BA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92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D33B1-801B-459D-B482-25CF3867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C3816A-90EF-4ED0-9AF4-2B70A61E3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C596B2-10B2-4366-9E31-039D5B50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EFB6B8-CA97-49D6-B8E8-A95183B4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B52F84-F08C-45C4-AD6B-042234D0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72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7B5942-D954-483A-9153-34B903B93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048A-9788-4F03-9855-9C788211D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E7BD21-7F53-492E-8467-223B2A1C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858875-DBAD-45B0-8350-43A6C08B5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FAE0FC-95BB-4FA2-AF66-3B26A011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89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3E875-0266-4331-9BFB-260D16DB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0E1DBF-9652-4F77-97B7-DB8DFE99E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5770A8-2190-46CE-9603-392B327B4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586FF-B1E5-40DD-B10C-3FFE2A04E3F9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77B001-5545-48BA-8DC7-960C6C62A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EFAC8A-62E9-45D1-8440-C927601EC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AE028-5B7C-45CD-966A-744AA35447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5EE4D-4285-42BC-BA42-B30689045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Курсовая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B4BD88-DF82-40CA-8DB6-723679F385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компьютерной игры-стратегии с использование элементов искусственного интеллекта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30974-85B4-4D2D-892B-83131669400E}"/>
              </a:ext>
            </a:extLst>
          </p:cNvPr>
          <p:cNvSpPr txBox="1"/>
          <p:nvPr/>
        </p:nvSpPr>
        <p:spPr>
          <a:xfrm>
            <a:off x="8170606" y="5917720"/>
            <a:ext cx="499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Выполнил студент 2 курса ИВТ1/22 </a:t>
            </a:r>
          </a:p>
          <a:p>
            <a:r>
              <a:rPr lang="ru-RU" dirty="0">
                <a:latin typeface="+mj-lt"/>
              </a:rPr>
              <a:t>Шульга Евгений Евгениевич</a:t>
            </a:r>
          </a:p>
        </p:txBody>
      </p:sp>
    </p:spTree>
    <p:extLst>
      <p:ext uri="{BB962C8B-B14F-4D97-AF65-F5344CB8AC3E}">
        <p14:creationId xmlns:p14="http://schemas.microsoft.com/office/powerpoint/2010/main" val="377955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733F2-6441-4235-A95A-B23C962E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Теория: анализ стратегии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39D1CB-F529-4CA3-9FF7-D00F05E5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Приложение реализует два состояния стратегической игры «мафия» с использованием искусственного интеллекта:</a:t>
            </a:r>
          </a:p>
          <a:p>
            <a:pPr lvl="1"/>
            <a:r>
              <a:rPr lang="ru-RU" dirty="0"/>
              <a:t>Утро: знакомство персонажей, анализ текстового сообщения пользователя искусственным интеллектом</a:t>
            </a:r>
          </a:p>
          <a:p>
            <a:pPr lvl="1"/>
            <a:r>
              <a:rPr lang="ru-RU" dirty="0"/>
              <a:t>Ночь: реализация особых инструментов ролей персонажа, запрос цели у искусственного интеллекта и игрока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C0B23C-28AD-4FD6-BF62-189FB0BA03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25" t="2234" r="41430" b="70217"/>
          <a:stretch/>
        </p:blipFill>
        <p:spPr>
          <a:xfrm>
            <a:off x="6725920" y="1869440"/>
            <a:ext cx="1475108" cy="1958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8063CC-7D49-48A5-87EE-54A749E0D5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3" t="4947" r="21622" b="67504"/>
          <a:stretch/>
        </p:blipFill>
        <p:spPr>
          <a:xfrm>
            <a:off x="8663940" y="1869440"/>
            <a:ext cx="1475108" cy="1958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3053A4-9339-4132-A66C-D3328F8794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2" t="49618" r="21703" b="22462"/>
          <a:stretch/>
        </p:blipFill>
        <p:spPr>
          <a:xfrm>
            <a:off x="6725920" y="4001294"/>
            <a:ext cx="1475108" cy="198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5614DEC-C791-4B15-8404-F64375358A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99" t="47657" r="1457" b="24793"/>
          <a:stretch/>
        </p:blipFill>
        <p:spPr>
          <a:xfrm>
            <a:off x="8663940" y="4027647"/>
            <a:ext cx="1475108" cy="1958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Прямоугольник: скругленные противолежащие углы 13">
            <a:extLst>
              <a:ext uri="{FF2B5EF4-FFF2-40B4-BE49-F238E27FC236}">
                <a16:creationId xmlns:a16="http://schemas.microsoft.com/office/drawing/2014/main" id="{FD93423C-59BE-454B-8802-4E98E3D22498}"/>
              </a:ext>
            </a:extLst>
          </p:cNvPr>
          <p:cNvSpPr/>
          <p:nvPr/>
        </p:nvSpPr>
        <p:spPr>
          <a:xfrm>
            <a:off x="7520624" y="1476931"/>
            <a:ext cx="2620648" cy="1172241"/>
          </a:xfrm>
          <a:prstGeom prst="round2DiagRect">
            <a:avLst/>
          </a:prstGeom>
          <a:solidFill>
            <a:schemeClr val="accent5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Цель комиссара – найти мафию по масти карты</a:t>
            </a:r>
          </a:p>
        </p:txBody>
      </p:sp>
      <p:sp>
        <p:nvSpPr>
          <p:cNvPr id="15" name="Прямоугольник: скругленные противолежащие углы 14">
            <a:extLst>
              <a:ext uri="{FF2B5EF4-FFF2-40B4-BE49-F238E27FC236}">
                <a16:creationId xmlns:a16="http://schemas.microsoft.com/office/drawing/2014/main" id="{6096B78C-3C4C-44BA-9B6A-94E2E9AAA3DB}"/>
              </a:ext>
            </a:extLst>
          </p:cNvPr>
          <p:cNvSpPr/>
          <p:nvPr/>
        </p:nvSpPr>
        <p:spPr>
          <a:xfrm>
            <a:off x="9291636" y="1476931"/>
            <a:ext cx="2620648" cy="1172241"/>
          </a:xfrm>
          <a:prstGeom prst="round2DiagRect">
            <a:avLst/>
          </a:prstGeom>
          <a:solidFill>
            <a:schemeClr val="accent5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Цель мафии – вывести всех остальных жителей из игры</a:t>
            </a:r>
          </a:p>
        </p:txBody>
      </p:sp>
      <p:sp>
        <p:nvSpPr>
          <p:cNvPr id="16" name="Прямоугольник: скругленные противолежащие углы 15">
            <a:extLst>
              <a:ext uri="{FF2B5EF4-FFF2-40B4-BE49-F238E27FC236}">
                <a16:creationId xmlns:a16="http://schemas.microsoft.com/office/drawing/2014/main" id="{32BED39D-B8B7-41D3-82E0-E8DF14B26785}"/>
              </a:ext>
            </a:extLst>
          </p:cNvPr>
          <p:cNvSpPr/>
          <p:nvPr/>
        </p:nvSpPr>
        <p:spPr>
          <a:xfrm>
            <a:off x="7518400" y="3242167"/>
            <a:ext cx="2620648" cy="1172241"/>
          </a:xfrm>
          <a:prstGeom prst="round2DiagRect">
            <a:avLst/>
          </a:prstGeom>
          <a:solidFill>
            <a:schemeClr val="accent5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Цель доктора – спасти игрока от мафии</a:t>
            </a:r>
          </a:p>
        </p:txBody>
      </p:sp>
      <p:sp>
        <p:nvSpPr>
          <p:cNvPr id="17" name="Прямоугольник: скругленные противолежащие углы 16">
            <a:extLst>
              <a:ext uri="{FF2B5EF4-FFF2-40B4-BE49-F238E27FC236}">
                <a16:creationId xmlns:a16="http://schemas.microsoft.com/office/drawing/2014/main" id="{4571CD00-3E2A-4518-8B05-F90950DD18F9}"/>
              </a:ext>
            </a:extLst>
          </p:cNvPr>
          <p:cNvSpPr/>
          <p:nvPr/>
        </p:nvSpPr>
        <p:spPr>
          <a:xfrm>
            <a:off x="9291636" y="3242166"/>
            <a:ext cx="2620648" cy="1172241"/>
          </a:xfrm>
          <a:prstGeom prst="round2DiagRect">
            <a:avLst/>
          </a:prstGeom>
          <a:solidFill>
            <a:schemeClr val="accent5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Цель мирного жителя – продержаться до конца игры</a:t>
            </a:r>
          </a:p>
        </p:txBody>
      </p:sp>
    </p:spTree>
    <p:extLst>
      <p:ext uri="{BB962C8B-B14F-4D97-AF65-F5344CB8AC3E}">
        <p14:creationId xmlns:p14="http://schemas.microsoft.com/office/powerpoint/2010/main" val="150467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BD4E1-254D-40AA-9750-81AB0257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Теория: логика обработчиков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85717-BC90-4018-9D98-61D100867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3760" cy="160337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ходе моделирования приложения была разработана информационно-логическая структура диалога. Исходя из модели были построены обработчики и функции для реализации игрового процесса как игроком, так и искусственным интеллектом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6F3330-CA79-460F-80AB-01B539FB8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68" y="3429124"/>
            <a:ext cx="11598212" cy="2941195"/>
          </a:xfrm>
          <a:prstGeom prst="rect">
            <a:avLst/>
          </a:prstGeom>
        </p:spPr>
      </p:pic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7EE00680-27EA-4C7B-B562-519DDB2513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069481"/>
              </p:ext>
            </p:extLst>
          </p:nvPr>
        </p:nvGraphicFramePr>
        <p:xfrm>
          <a:off x="5328920" y="822960"/>
          <a:ext cx="6543040" cy="4522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437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9" grpId="1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845DE-1F12-4ABD-8C2E-2B58F912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Метрика возможных ошибок. Решение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6E876A2-8AFD-450F-9D5B-C5C61EED3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142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611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21EE2-4B41-45A2-BB65-E30294D3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продукта. План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0D2CE3-41D6-47B6-8C92-8276EEA73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 моменту завершения проекта в продукт заложен потенциал на дальнейшее развитие, автор планирует реализовать дальнейший ход игры-стратегии для дальнейшего анализа поведенческих черт искусственного интеллекта, внедрить развлекательные сервисы для большего погружения в игру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953B5FF2-0581-43DA-BDD2-4F0FA6E3E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0798334"/>
              </p:ext>
            </p:extLst>
          </p:nvPr>
        </p:nvGraphicFramePr>
        <p:xfrm>
          <a:off x="2529840" y="28024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DEF4408-4509-4C86-B15D-DD26C20BFA5A}"/>
              </a:ext>
            </a:extLst>
          </p:cNvPr>
          <p:cNvCxnSpPr/>
          <p:nvPr/>
        </p:nvCxnSpPr>
        <p:spPr>
          <a:xfrm flipV="1">
            <a:off x="3759200" y="4836160"/>
            <a:ext cx="0" cy="6096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5F9CBD5-C82E-4B8E-992B-0ECCD8A3C455}"/>
              </a:ext>
            </a:extLst>
          </p:cNvPr>
          <p:cNvCxnSpPr/>
          <p:nvPr/>
        </p:nvCxnSpPr>
        <p:spPr>
          <a:xfrm flipV="1">
            <a:off x="5618480" y="5511799"/>
            <a:ext cx="0" cy="6096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760FFB1-3AAB-4E06-9D98-B326E9858C7C}"/>
              </a:ext>
            </a:extLst>
          </p:cNvPr>
          <p:cNvCxnSpPr/>
          <p:nvPr/>
        </p:nvCxnSpPr>
        <p:spPr>
          <a:xfrm flipV="1">
            <a:off x="8077200" y="4836160"/>
            <a:ext cx="0" cy="6096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8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D635A-DC76-496C-9EED-B67BAED2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308637-6F6C-48FF-B435-DA577762B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Поставленные задачи курсовой работы были выполнены, автор смоделировал игру-стратегию с использованием элементов искусственного интеллекта и провел анализ логических способностей при нахождении в обстановке настольной игры «Мафия». Данную курсовую работу можно рассматривать, как экскурс молодым разработчикам в мир искусственного интеллекта с указанием способов применения на примере, возможных логических ошибок и их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5897494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457</Words>
  <Application>Microsoft Office PowerPoint</Application>
  <PresentationFormat>Широкоэкранный</PresentationFormat>
  <Paragraphs>38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Курсовая работа</vt:lpstr>
      <vt:lpstr>Теория: анализ стратегии</vt:lpstr>
      <vt:lpstr>Теория: логика обработчиков</vt:lpstr>
      <vt:lpstr>Метрика возможных ошибок. Решение</vt:lpstr>
      <vt:lpstr>Перспективы продукта. План развития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HORRUS TH</dc:creator>
  <cp:lastModifiedBy>HORRUS TH</cp:lastModifiedBy>
  <cp:revision>7</cp:revision>
  <dcterms:created xsi:type="dcterms:W3CDTF">2024-05-24T11:32:21Z</dcterms:created>
  <dcterms:modified xsi:type="dcterms:W3CDTF">2024-05-24T12:30:05Z</dcterms:modified>
</cp:coreProperties>
</file>