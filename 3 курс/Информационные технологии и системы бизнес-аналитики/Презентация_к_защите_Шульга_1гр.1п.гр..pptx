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2" r:id="rId1"/>
  </p:sldMasterIdLst>
  <p:notesMasterIdLst>
    <p:notesMasterId r:id="rId14"/>
  </p:notesMasterIdLst>
  <p:sldIdLst>
    <p:sldId id="256" r:id="rId2"/>
    <p:sldId id="258" r:id="rId3"/>
    <p:sldId id="269" r:id="rId4"/>
    <p:sldId id="270" r:id="rId5"/>
    <p:sldId id="273" r:id="rId6"/>
    <p:sldId id="271" r:id="rId7"/>
    <p:sldId id="272" r:id="rId8"/>
    <p:sldId id="274" r:id="rId9"/>
    <p:sldId id="275" r:id="rId10"/>
    <p:sldId id="276" r:id="rId11"/>
    <p:sldId id="277" r:id="rId12"/>
    <p:sldId id="268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C5B675-5E8E-4DC4-B6C9-C1EF932A1894}">
  <a:tblStyle styleId="{EAC5B675-5E8E-4DC4-B6C9-C1EF932A18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9D638D-EA88-402F-A5A1-A6EDD77E9B3B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26086D99-684A-4C51-B7D5-D59F77752DF7}">
      <dgm:prSet phldrT="[Текст]"/>
      <dgm:spPr/>
      <dgm:t>
        <a:bodyPr/>
        <a:lstStyle/>
        <a:p>
          <a:r>
            <a:rPr lang="ru-RU"/>
            <a:t>Обслуживание клиента</a:t>
          </a:r>
        </a:p>
      </dgm:t>
    </dgm:pt>
    <dgm:pt modelId="{C55F954B-F4B2-4EE1-88C2-FE0AE4C9B053}" type="parTrans" cxnId="{D4BEDD31-D212-4CE8-97C8-8FF42D4CE214}">
      <dgm:prSet/>
      <dgm:spPr/>
      <dgm:t>
        <a:bodyPr/>
        <a:lstStyle/>
        <a:p>
          <a:endParaRPr lang="ru-RU"/>
        </a:p>
      </dgm:t>
    </dgm:pt>
    <dgm:pt modelId="{29A223E6-1BEE-44FF-84A5-6CB895944813}" type="sibTrans" cxnId="{D4BEDD31-D212-4CE8-97C8-8FF42D4CE214}">
      <dgm:prSet/>
      <dgm:spPr/>
      <dgm:t>
        <a:bodyPr/>
        <a:lstStyle/>
        <a:p>
          <a:endParaRPr lang="ru-RU"/>
        </a:p>
      </dgm:t>
    </dgm:pt>
    <dgm:pt modelId="{4190C6E6-6405-4CD5-9534-7DB3FEFCCA6D}">
      <dgm:prSet phldrT="[Текст]"/>
      <dgm:spPr/>
      <dgm:t>
        <a:bodyPr/>
        <a:lstStyle/>
        <a:p>
          <a:r>
            <a:rPr lang="ru-RU"/>
            <a:t>Приём и оформление заказа</a:t>
          </a:r>
        </a:p>
      </dgm:t>
    </dgm:pt>
    <dgm:pt modelId="{AA52C09C-CB06-4E56-9897-C1CF2D5AD462}" type="parTrans" cxnId="{B0C22330-6868-4A4F-B787-22964C90984F}">
      <dgm:prSet/>
      <dgm:spPr/>
      <dgm:t>
        <a:bodyPr/>
        <a:lstStyle/>
        <a:p>
          <a:endParaRPr lang="ru-RU"/>
        </a:p>
      </dgm:t>
    </dgm:pt>
    <dgm:pt modelId="{A138657B-57E4-4D25-9209-06A29F68E620}" type="sibTrans" cxnId="{B0C22330-6868-4A4F-B787-22964C90984F}">
      <dgm:prSet/>
      <dgm:spPr/>
      <dgm:t>
        <a:bodyPr/>
        <a:lstStyle/>
        <a:p>
          <a:endParaRPr lang="ru-RU"/>
        </a:p>
      </dgm:t>
    </dgm:pt>
    <dgm:pt modelId="{3382786F-0368-431D-9BB8-6C8CF9A90050}">
      <dgm:prSet phldrT="[Текст]"/>
      <dgm:spPr/>
      <dgm:t>
        <a:bodyPr/>
        <a:lstStyle/>
        <a:p>
          <a:r>
            <a:rPr lang="ru-RU"/>
            <a:t>Выполнение ремонтных работ</a:t>
          </a:r>
        </a:p>
      </dgm:t>
    </dgm:pt>
    <dgm:pt modelId="{07FC8213-9C78-435E-9813-882BD1E6EB41}" type="parTrans" cxnId="{8B9428AA-D244-48F9-BDEC-491E7AA3CD9E}">
      <dgm:prSet/>
      <dgm:spPr/>
      <dgm:t>
        <a:bodyPr/>
        <a:lstStyle/>
        <a:p>
          <a:endParaRPr lang="ru-RU"/>
        </a:p>
      </dgm:t>
    </dgm:pt>
    <dgm:pt modelId="{1199E4C4-F265-4A1E-8EFD-F09F085E85D1}" type="sibTrans" cxnId="{8B9428AA-D244-48F9-BDEC-491E7AA3CD9E}">
      <dgm:prSet/>
      <dgm:spPr/>
      <dgm:t>
        <a:bodyPr/>
        <a:lstStyle/>
        <a:p>
          <a:endParaRPr lang="ru-RU"/>
        </a:p>
      </dgm:t>
    </dgm:pt>
    <dgm:pt modelId="{780861B4-D120-4040-864A-3D750A75623B}">
      <dgm:prSet phldrT="[Текст]"/>
      <dgm:spPr/>
      <dgm:t>
        <a:bodyPr/>
        <a:lstStyle/>
        <a:p>
          <a:r>
            <a:rPr lang="ru-RU"/>
            <a:t>Принятие заказа</a:t>
          </a:r>
        </a:p>
      </dgm:t>
    </dgm:pt>
    <dgm:pt modelId="{A7B1BC37-2AB5-4879-A159-D962F5B7EA0D}" type="parTrans" cxnId="{953E11FB-D899-4E9F-AA89-F031918DE01C}">
      <dgm:prSet/>
      <dgm:spPr/>
      <dgm:t>
        <a:bodyPr/>
        <a:lstStyle/>
        <a:p>
          <a:endParaRPr lang="ru-RU"/>
        </a:p>
      </dgm:t>
    </dgm:pt>
    <dgm:pt modelId="{BF1E3A3E-716C-4307-9907-9879D9F0CC66}" type="sibTrans" cxnId="{953E11FB-D899-4E9F-AA89-F031918DE01C}">
      <dgm:prSet/>
      <dgm:spPr/>
      <dgm:t>
        <a:bodyPr/>
        <a:lstStyle/>
        <a:p>
          <a:endParaRPr lang="ru-RU"/>
        </a:p>
      </dgm:t>
    </dgm:pt>
    <dgm:pt modelId="{FE55C11A-126A-44D3-8D43-3A713073318B}">
      <dgm:prSet phldrT="[Текст]"/>
      <dgm:spPr/>
      <dgm:t>
        <a:bodyPr/>
        <a:lstStyle/>
        <a:p>
          <a:r>
            <a:rPr lang="ru-RU"/>
            <a:t>Оценка объёма</a:t>
          </a:r>
        </a:p>
      </dgm:t>
    </dgm:pt>
    <dgm:pt modelId="{8F9086E8-2301-48CC-8AF6-4F6773970FFE}" type="parTrans" cxnId="{CB3C7D13-0259-4E6B-AC42-29FE58446345}">
      <dgm:prSet/>
      <dgm:spPr/>
      <dgm:t>
        <a:bodyPr/>
        <a:lstStyle/>
        <a:p>
          <a:endParaRPr lang="ru-RU"/>
        </a:p>
      </dgm:t>
    </dgm:pt>
    <dgm:pt modelId="{C305543D-9740-4305-88B0-DC8C81C67043}" type="sibTrans" cxnId="{CB3C7D13-0259-4E6B-AC42-29FE58446345}">
      <dgm:prSet/>
      <dgm:spPr/>
      <dgm:t>
        <a:bodyPr/>
        <a:lstStyle/>
        <a:p>
          <a:endParaRPr lang="ru-RU"/>
        </a:p>
      </dgm:t>
    </dgm:pt>
    <dgm:pt modelId="{0233BBA2-26BA-4193-B7EB-F3E7A0E326FF}">
      <dgm:prSet phldrT="[Текст]"/>
      <dgm:spPr/>
      <dgm:t>
        <a:bodyPr/>
        <a:lstStyle/>
        <a:p>
          <a:r>
            <a:rPr lang="ru-RU"/>
            <a:t>Передача в ремонт</a:t>
          </a:r>
        </a:p>
      </dgm:t>
    </dgm:pt>
    <dgm:pt modelId="{89E80615-7DFF-44EB-A3D6-989980712BE9}" type="parTrans" cxnId="{33CA9888-4CD3-446D-9F50-89F30893F3E1}">
      <dgm:prSet/>
      <dgm:spPr/>
      <dgm:t>
        <a:bodyPr/>
        <a:lstStyle/>
        <a:p>
          <a:endParaRPr lang="ru-RU"/>
        </a:p>
      </dgm:t>
    </dgm:pt>
    <dgm:pt modelId="{BFBE2921-4FB2-404A-85D6-EC2BFF8A618B}" type="sibTrans" cxnId="{33CA9888-4CD3-446D-9F50-89F30893F3E1}">
      <dgm:prSet/>
      <dgm:spPr/>
      <dgm:t>
        <a:bodyPr/>
        <a:lstStyle/>
        <a:p>
          <a:endParaRPr lang="ru-RU"/>
        </a:p>
      </dgm:t>
    </dgm:pt>
    <dgm:pt modelId="{6134B119-4AC4-4F4A-9C6D-4A6863EC2426}">
      <dgm:prSet phldrT="[Текст]"/>
      <dgm:spPr/>
      <dgm:t>
        <a:bodyPr/>
        <a:lstStyle/>
        <a:p>
          <a:r>
            <a:rPr lang="ru-RU"/>
            <a:t>Предварительная оценка</a:t>
          </a:r>
        </a:p>
      </dgm:t>
    </dgm:pt>
    <dgm:pt modelId="{14DC0888-FA29-4E1B-8942-8EAF7AC97844}" type="parTrans" cxnId="{89F7FAF0-08DB-463F-9ADE-8C025A39091F}">
      <dgm:prSet/>
      <dgm:spPr/>
      <dgm:t>
        <a:bodyPr/>
        <a:lstStyle/>
        <a:p>
          <a:endParaRPr lang="ru-RU"/>
        </a:p>
      </dgm:t>
    </dgm:pt>
    <dgm:pt modelId="{EB0C677B-A3BF-44C3-ACD8-5F67D4BE570C}" type="sibTrans" cxnId="{89F7FAF0-08DB-463F-9ADE-8C025A39091F}">
      <dgm:prSet/>
      <dgm:spPr/>
      <dgm:t>
        <a:bodyPr/>
        <a:lstStyle/>
        <a:p>
          <a:endParaRPr lang="ru-RU"/>
        </a:p>
      </dgm:t>
    </dgm:pt>
    <dgm:pt modelId="{426548EC-5569-4B73-8F32-7531ACE8D64F}">
      <dgm:prSet phldrT="[Текст]"/>
      <dgm:spPr/>
      <dgm:t>
        <a:bodyPr/>
        <a:lstStyle/>
        <a:p>
          <a:r>
            <a:rPr lang="ru-RU"/>
            <a:t>Основной ремонт</a:t>
          </a:r>
        </a:p>
      </dgm:t>
    </dgm:pt>
    <dgm:pt modelId="{C153E344-20AE-4DE5-A9D7-7E225CA5EEDE}" type="parTrans" cxnId="{507D089F-E562-45EF-906A-595AD47DE96B}">
      <dgm:prSet/>
      <dgm:spPr/>
      <dgm:t>
        <a:bodyPr/>
        <a:lstStyle/>
        <a:p>
          <a:endParaRPr lang="ru-RU"/>
        </a:p>
      </dgm:t>
    </dgm:pt>
    <dgm:pt modelId="{E1BC40F2-D526-41BA-8960-48B88A1C46CA}" type="sibTrans" cxnId="{507D089F-E562-45EF-906A-595AD47DE96B}">
      <dgm:prSet/>
      <dgm:spPr/>
      <dgm:t>
        <a:bodyPr/>
        <a:lstStyle/>
        <a:p>
          <a:endParaRPr lang="ru-RU"/>
        </a:p>
      </dgm:t>
    </dgm:pt>
    <dgm:pt modelId="{31498D2D-94D5-4B26-BB9D-8A71116D51C4}">
      <dgm:prSet phldrT="[Текст]"/>
      <dgm:spPr/>
      <dgm:t>
        <a:bodyPr/>
        <a:lstStyle/>
        <a:p>
          <a:r>
            <a:rPr lang="ru-RU"/>
            <a:t>Промежуточная проверка</a:t>
          </a:r>
        </a:p>
      </dgm:t>
    </dgm:pt>
    <dgm:pt modelId="{9C532BAD-30D4-4979-AFA3-2DD7317ED80F}" type="parTrans" cxnId="{D35506C9-A4BE-426D-BE10-0E50D987DB73}">
      <dgm:prSet/>
      <dgm:spPr/>
      <dgm:t>
        <a:bodyPr/>
        <a:lstStyle/>
        <a:p>
          <a:endParaRPr lang="ru-RU"/>
        </a:p>
      </dgm:t>
    </dgm:pt>
    <dgm:pt modelId="{5EA4A3E1-4B58-469F-ACEA-EFF0AB618189}" type="sibTrans" cxnId="{D35506C9-A4BE-426D-BE10-0E50D987DB73}">
      <dgm:prSet/>
      <dgm:spPr/>
      <dgm:t>
        <a:bodyPr/>
        <a:lstStyle/>
        <a:p>
          <a:endParaRPr lang="ru-RU"/>
        </a:p>
      </dgm:t>
    </dgm:pt>
    <dgm:pt modelId="{D5D7818F-ABF7-4A25-AABC-66950CEC5D9A}">
      <dgm:prSet phldrT="[Текст]"/>
      <dgm:spPr/>
      <dgm:t>
        <a:bodyPr/>
        <a:lstStyle/>
        <a:p>
          <a:r>
            <a:rPr lang="ru-RU"/>
            <a:t>Выдача готового изделия</a:t>
          </a:r>
        </a:p>
      </dgm:t>
    </dgm:pt>
    <dgm:pt modelId="{F9B11CCB-DE26-43C5-8ED6-FA7DA18BA0CE}" type="parTrans" cxnId="{2EB252E1-DBFC-41C3-9377-91A483615E16}">
      <dgm:prSet/>
      <dgm:spPr/>
      <dgm:t>
        <a:bodyPr/>
        <a:lstStyle/>
        <a:p>
          <a:endParaRPr lang="ru-RU"/>
        </a:p>
      </dgm:t>
    </dgm:pt>
    <dgm:pt modelId="{0C9351BB-0909-429C-83CE-BF9A06F5561B}" type="sibTrans" cxnId="{2EB252E1-DBFC-41C3-9377-91A483615E16}">
      <dgm:prSet/>
      <dgm:spPr/>
      <dgm:t>
        <a:bodyPr/>
        <a:lstStyle/>
        <a:p>
          <a:endParaRPr lang="ru-RU"/>
        </a:p>
      </dgm:t>
    </dgm:pt>
    <dgm:pt modelId="{A7BF5600-ADF6-49B8-9BDA-C1536EB464DF}">
      <dgm:prSet phldrT="[Текст]"/>
      <dgm:spPr/>
      <dgm:t>
        <a:bodyPr/>
        <a:lstStyle/>
        <a:p>
          <a:r>
            <a:rPr lang="ru-RU"/>
            <a:t>Финальный контроль</a:t>
          </a:r>
        </a:p>
      </dgm:t>
    </dgm:pt>
    <dgm:pt modelId="{87427A66-CDDE-4907-9939-5FC4B7B3F76F}" type="parTrans" cxnId="{3EFDAD47-D4AC-44F4-B44F-73481A2FA2CA}">
      <dgm:prSet/>
      <dgm:spPr/>
      <dgm:t>
        <a:bodyPr/>
        <a:lstStyle/>
        <a:p>
          <a:endParaRPr lang="ru-RU"/>
        </a:p>
      </dgm:t>
    </dgm:pt>
    <dgm:pt modelId="{479FF6E9-A1B0-41BF-9D6C-8F7837CA4595}" type="sibTrans" cxnId="{3EFDAD47-D4AC-44F4-B44F-73481A2FA2CA}">
      <dgm:prSet/>
      <dgm:spPr/>
      <dgm:t>
        <a:bodyPr/>
        <a:lstStyle/>
        <a:p>
          <a:endParaRPr lang="ru-RU"/>
        </a:p>
      </dgm:t>
    </dgm:pt>
    <dgm:pt modelId="{C7EB276C-DE5E-4BD5-B8C3-BDD2DE5D11BE}">
      <dgm:prSet phldrT="[Текст]"/>
      <dgm:spPr/>
      <dgm:t>
        <a:bodyPr/>
        <a:lstStyle/>
        <a:p>
          <a:r>
            <a:rPr lang="ru-RU"/>
            <a:t>Упаковка</a:t>
          </a:r>
        </a:p>
      </dgm:t>
    </dgm:pt>
    <dgm:pt modelId="{D1839776-E160-44A7-94A2-82EAFAAE822C}" type="parTrans" cxnId="{B407A920-9B38-4CC9-A91D-669796FE77CC}">
      <dgm:prSet/>
      <dgm:spPr/>
      <dgm:t>
        <a:bodyPr/>
        <a:lstStyle/>
        <a:p>
          <a:endParaRPr lang="ru-RU"/>
        </a:p>
      </dgm:t>
    </dgm:pt>
    <dgm:pt modelId="{5E50B7B2-60B0-47F3-A3C0-0DD06A886D8D}" type="sibTrans" cxnId="{B407A920-9B38-4CC9-A91D-669796FE77CC}">
      <dgm:prSet/>
      <dgm:spPr/>
      <dgm:t>
        <a:bodyPr/>
        <a:lstStyle/>
        <a:p>
          <a:endParaRPr lang="ru-RU"/>
        </a:p>
      </dgm:t>
    </dgm:pt>
    <dgm:pt modelId="{BB696B2F-68A7-4001-BB76-134280891B18}">
      <dgm:prSet phldrT="[Текст]"/>
      <dgm:spPr/>
      <dgm:t>
        <a:bodyPr/>
        <a:lstStyle/>
        <a:p>
          <a:r>
            <a:rPr lang="ru-RU"/>
            <a:t>Выдача клиенту</a:t>
          </a:r>
        </a:p>
      </dgm:t>
    </dgm:pt>
    <dgm:pt modelId="{066C15C6-3F28-4045-AC0A-2437BD76059E}" type="parTrans" cxnId="{695B5B42-A29F-4214-9EA2-ED7682BF25A8}">
      <dgm:prSet/>
      <dgm:spPr/>
      <dgm:t>
        <a:bodyPr/>
        <a:lstStyle/>
        <a:p>
          <a:endParaRPr lang="ru-RU"/>
        </a:p>
      </dgm:t>
    </dgm:pt>
    <dgm:pt modelId="{5FBC422C-B4BB-4540-BF94-BBC5A98DFA69}" type="sibTrans" cxnId="{695B5B42-A29F-4214-9EA2-ED7682BF25A8}">
      <dgm:prSet/>
      <dgm:spPr/>
      <dgm:t>
        <a:bodyPr/>
        <a:lstStyle/>
        <a:p>
          <a:endParaRPr lang="ru-RU"/>
        </a:p>
      </dgm:t>
    </dgm:pt>
    <dgm:pt modelId="{6717DCED-6839-45D1-B998-5D076D9E3DF0}">
      <dgm:prSet phldrT="[Текст]"/>
      <dgm:spPr/>
      <dgm:t>
        <a:bodyPr/>
        <a:lstStyle/>
        <a:p>
          <a:r>
            <a:rPr lang="ru-RU"/>
            <a:t>Уведомление клиента</a:t>
          </a:r>
        </a:p>
      </dgm:t>
    </dgm:pt>
    <dgm:pt modelId="{4B9722AB-10C6-477B-87A9-C30DFDCA2332}" type="parTrans" cxnId="{4DBBD5D8-DDFD-432B-8B3B-EA828DC64E34}">
      <dgm:prSet/>
      <dgm:spPr/>
      <dgm:t>
        <a:bodyPr/>
        <a:lstStyle/>
        <a:p>
          <a:endParaRPr lang="ru-RU"/>
        </a:p>
      </dgm:t>
    </dgm:pt>
    <dgm:pt modelId="{2F94166A-E22B-4BAB-895B-01B6C0C80508}" type="sibTrans" cxnId="{4DBBD5D8-DDFD-432B-8B3B-EA828DC64E34}">
      <dgm:prSet/>
      <dgm:spPr/>
      <dgm:t>
        <a:bodyPr/>
        <a:lstStyle/>
        <a:p>
          <a:endParaRPr lang="ru-RU"/>
        </a:p>
      </dgm:t>
    </dgm:pt>
    <dgm:pt modelId="{641DAF7A-D645-4EDE-9C42-461B6CAE7875}" type="pres">
      <dgm:prSet presAssocID="{C99D638D-EA88-402F-A5A1-A6EDD77E9B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93DF3C6-56FB-4CAB-AA65-7C86DCB64CDA}" type="pres">
      <dgm:prSet presAssocID="{26086D99-684A-4C51-B7D5-D59F77752DF7}" presName="hierRoot1" presStyleCnt="0">
        <dgm:presLayoutVars>
          <dgm:hierBranch val="init"/>
        </dgm:presLayoutVars>
      </dgm:prSet>
      <dgm:spPr/>
    </dgm:pt>
    <dgm:pt modelId="{53E0A562-FF5A-4A5E-B31C-E8B8093D7085}" type="pres">
      <dgm:prSet presAssocID="{26086D99-684A-4C51-B7D5-D59F77752DF7}" presName="rootComposite1" presStyleCnt="0"/>
      <dgm:spPr/>
    </dgm:pt>
    <dgm:pt modelId="{36137AAB-D865-4243-9A33-5664D9FC0B49}" type="pres">
      <dgm:prSet presAssocID="{26086D99-684A-4C51-B7D5-D59F77752DF7}" presName="rootText1" presStyleLbl="node0" presStyleIdx="0" presStyleCnt="1">
        <dgm:presLayoutVars>
          <dgm:chPref val="3"/>
        </dgm:presLayoutVars>
      </dgm:prSet>
      <dgm:spPr/>
    </dgm:pt>
    <dgm:pt modelId="{04BCCF35-AF34-4232-B9C0-BDF6659C7560}" type="pres">
      <dgm:prSet presAssocID="{26086D99-684A-4C51-B7D5-D59F77752DF7}" presName="rootConnector1" presStyleLbl="node1" presStyleIdx="0" presStyleCnt="0"/>
      <dgm:spPr/>
    </dgm:pt>
    <dgm:pt modelId="{983F69DB-D844-44A5-B3B3-CFA171332645}" type="pres">
      <dgm:prSet presAssocID="{26086D99-684A-4C51-B7D5-D59F77752DF7}" presName="hierChild2" presStyleCnt="0"/>
      <dgm:spPr/>
    </dgm:pt>
    <dgm:pt modelId="{D8460A3C-83D4-4F36-8864-3DA0C7EB2F06}" type="pres">
      <dgm:prSet presAssocID="{AA52C09C-CB06-4E56-9897-C1CF2D5AD462}" presName="Name37" presStyleLbl="parChTrans1D2" presStyleIdx="0" presStyleCnt="3"/>
      <dgm:spPr/>
    </dgm:pt>
    <dgm:pt modelId="{F002F2E3-D890-45D9-94B1-117C2061BF32}" type="pres">
      <dgm:prSet presAssocID="{4190C6E6-6405-4CD5-9534-7DB3FEFCCA6D}" presName="hierRoot2" presStyleCnt="0">
        <dgm:presLayoutVars>
          <dgm:hierBranch val="init"/>
        </dgm:presLayoutVars>
      </dgm:prSet>
      <dgm:spPr/>
    </dgm:pt>
    <dgm:pt modelId="{A80C8D10-A87A-4798-817E-9B14A7C138C7}" type="pres">
      <dgm:prSet presAssocID="{4190C6E6-6405-4CD5-9534-7DB3FEFCCA6D}" presName="rootComposite" presStyleCnt="0"/>
      <dgm:spPr/>
    </dgm:pt>
    <dgm:pt modelId="{A63D51CC-2006-4E00-A835-1347B4A72772}" type="pres">
      <dgm:prSet presAssocID="{4190C6E6-6405-4CD5-9534-7DB3FEFCCA6D}" presName="rootText" presStyleLbl="node2" presStyleIdx="0" presStyleCnt="3">
        <dgm:presLayoutVars>
          <dgm:chPref val="3"/>
        </dgm:presLayoutVars>
      </dgm:prSet>
      <dgm:spPr/>
    </dgm:pt>
    <dgm:pt modelId="{BBA77AA8-DF1A-4E16-A07A-25CEF249CB87}" type="pres">
      <dgm:prSet presAssocID="{4190C6E6-6405-4CD5-9534-7DB3FEFCCA6D}" presName="rootConnector" presStyleLbl="node2" presStyleIdx="0" presStyleCnt="3"/>
      <dgm:spPr/>
    </dgm:pt>
    <dgm:pt modelId="{7BB01CE7-B0B0-408A-BBCC-88230B58F427}" type="pres">
      <dgm:prSet presAssocID="{4190C6E6-6405-4CD5-9534-7DB3FEFCCA6D}" presName="hierChild4" presStyleCnt="0"/>
      <dgm:spPr/>
    </dgm:pt>
    <dgm:pt modelId="{CDB35FE7-8DF2-4BF6-8715-60B7CFEA6383}" type="pres">
      <dgm:prSet presAssocID="{A7B1BC37-2AB5-4879-A159-D962F5B7EA0D}" presName="Name37" presStyleLbl="parChTrans1D3" presStyleIdx="0" presStyleCnt="10"/>
      <dgm:spPr/>
    </dgm:pt>
    <dgm:pt modelId="{6A97A5FA-A626-4DA6-9D56-DFB5E98DAF86}" type="pres">
      <dgm:prSet presAssocID="{780861B4-D120-4040-864A-3D750A75623B}" presName="hierRoot2" presStyleCnt="0">
        <dgm:presLayoutVars>
          <dgm:hierBranch val="init"/>
        </dgm:presLayoutVars>
      </dgm:prSet>
      <dgm:spPr/>
    </dgm:pt>
    <dgm:pt modelId="{1F50CCDF-C2B8-47A0-B62A-FE06ACA9EA11}" type="pres">
      <dgm:prSet presAssocID="{780861B4-D120-4040-864A-3D750A75623B}" presName="rootComposite" presStyleCnt="0"/>
      <dgm:spPr/>
    </dgm:pt>
    <dgm:pt modelId="{AE980B04-BC2A-4963-A6DE-FC020F1358B3}" type="pres">
      <dgm:prSet presAssocID="{780861B4-D120-4040-864A-3D750A75623B}" presName="rootText" presStyleLbl="node3" presStyleIdx="0" presStyleCnt="10">
        <dgm:presLayoutVars>
          <dgm:chPref val="3"/>
        </dgm:presLayoutVars>
      </dgm:prSet>
      <dgm:spPr/>
    </dgm:pt>
    <dgm:pt modelId="{37A5558E-F18B-40A2-AEF3-A2991C794D85}" type="pres">
      <dgm:prSet presAssocID="{780861B4-D120-4040-864A-3D750A75623B}" presName="rootConnector" presStyleLbl="node3" presStyleIdx="0" presStyleCnt="10"/>
      <dgm:spPr/>
    </dgm:pt>
    <dgm:pt modelId="{E6DE1806-563E-45D4-97E6-A76BAC56E6DC}" type="pres">
      <dgm:prSet presAssocID="{780861B4-D120-4040-864A-3D750A75623B}" presName="hierChild4" presStyleCnt="0"/>
      <dgm:spPr/>
    </dgm:pt>
    <dgm:pt modelId="{44EE6598-355F-47E2-B394-EA82ED3253E4}" type="pres">
      <dgm:prSet presAssocID="{780861B4-D120-4040-864A-3D750A75623B}" presName="hierChild5" presStyleCnt="0"/>
      <dgm:spPr/>
    </dgm:pt>
    <dgm:pt modelId="{BE2668CE-5DB0-45B3-9D48-3C7BF7288C2B}" type="pres">
      <dgm:prSet presAssocID="{8F9086E8-2301-48CC-8AF6-4F6773970FFE}" presName="Name37" presStyleLbl="parChTrans1D3" presStyleIdx="1" presStyleCnt="10"/>
      <dgm:spPr/>
    </dgm:pt>
    <dgm:pt modelId="{5C8A80F7-2A40-4759-8D7A-5EB218EE6B3C}" type="pres">
      <dgm:prSet presAssocID="{FE55C11A-126A-44D3-8D43-3A713073318B}" presName="hierRoot2" presStyleCnt="0">
        <dgm:presLayoutVars>
          <dgm:hierBranch val="init"/>
        </dgm:presLayoutVars>
      </dgm:prSet>
      <dgm:spPr/>
    </dgm:pt>
    <dgm:pt modelId="{8277E172-24C3-4F36-8C5C-C6BCC02B3018}" type="pres">
      <dgm:prSet presAssocID="{FE55C11A-126A-44D3-8D43-3A713073318B}" presName="rootComposite" presStyleCnt="0"/>
      <dgm:spPr/>
    </dgm:pt>
    <dgm:pt modelId="{EFC3C959-331C-445D-9B47-72881FA314A1}" type="pres">
      <dgm:prSet presAssocID="{FE55C11A-126A-44D3-8D43-3A713073318B}" presName="rootText" presStyleLbl="node3" presStyleIdx="1" presStyleCnt="10">
        <dgm:presLayoutVars>
          <dgm:chPref val="3"/>
        </dgm:presLayoutVars>
      </dgm:prSet>
      <dgm:spPr/>
    </dgm:pt>
    <dgm:pt modelId="{3B9D178B-467B-4C61-A40A-08077ECC5D62}" type="pres">
      <dgm:prSet presAssocID="{FE55C11A-126A-44D3-8D43-3A713073318B}" presName="rootConnector" presStyleLbl="node3" presStyleIdx="1" presStyleCnt="10"/>
      <dgm:spPr/>
    </dgm:pt>
    <dgm:pt modelId="{5289B7D3-0AE7-4E21-BA7B-F58EE7CB4A1A}" type="pres">
      <dgm:prSet presAssocID="{FE55C11A-126A-44D3-8D43-3A713073318B}" presName="hierChild4" presStyleCnt="0"/>
      <dgm:spPr/>
    </dgm:pt>
    <dgm:pt modelId="{28A766DF-B809-4A8B-99AF-250D477D2F05}" type="pres">
      <dgm:prSet presAssocID="{FE55C11A-126A-44D3-8D43-3A713073318B}" presName="hierChild5" presStyleCnt="0"/>
      <dgm:spPr/>
    </dgm:pt>
    <dgm:pt modelId="{1F5AD08D-CC1F-433D-BFEA-F6AD0E8FCA4D}" type="pres">
      <dgm:prSet presAssocID="{89E80615-7DFF-44EB-A3D6-989980712BE9}" presName="Name37" presStyleLbl="parChTrans1D3" presStyleIdx="2" presStyleCnt="10"/>
      <dgm:spPr/>
    </dgm:pt>
    <dgm:pt modelId="{CDFC6529-4A7F-41C3-9DFA-51421878E7D3}" type="pres">
      <dgm:prSet presAssocID="{0233BBA2-26BA-4193-B7EB-F3E7A0E326FF}" presName="hierRoot2" presStyleCnt="0">
        <dgm:presLayoutVars>
          <dgm:hierBranch val="init"/>
        </dgm:presLayoutVars>
      </dgm:prSet>
      <dgm:spPr/>
    </dgm:pt>
    <dgm:pt modelId="{DBDB96E2-EA4D-42A0-922D-2A8F105E31EA}" type="pres">
      <dgm:prSet presAssocID="{0233BBA2-26BA-4193-B7EB-F3E7A0E326FF}" presName="rootComposite" presStyleCnt="0"/>
      <dgm:spPr/>
    </dgm:pt>
    <dgm:pt modelId="{D90BEF7A-BD41-47BD-BA3D-0186918D59BA}" type="pres">
      <dgm:prSet presAssocID="{0233BBA2-26BA-4193-B7EB-F3E7A0E326FF}" presName="rootText" presStyleLbl="node3" presStyleIdx="2" presStyleCnt="10">
        <dgm:presLayoutVars>
          <dgm:chPref val="3"/>
        </dgm:presLayoutVars>
      </dgm:prSet>
      <dgm:spPr/>
    </dgm:pt>
    <dgm:pt modelId="{E2893A2C-75F8-494E-AA44-63A1126F7B2D}" type="pres">
      <dgm:prSet presAssocID="{0233BBA2-26BA-4193-B7EB-F3E7A0E326FF}" presName="rootConnector" presStyleLbl="node3" presStyleIdx="2" presStyleCnt="10"/>
      <dgm:spPr/>
    </dgm:pt>
    <dgm:pt modelId="{EE3517A9-7EDC-4EFC-BBAF-4A03D4CB557B}" type="pres">
      <dgm:prSet presAssocID="{0233BBA2-26BA-4193-B7EB-F3E7A0E326FF}" presName="hierChild4" presStyleCnt="0"/>
      <dgm:spPr/>
    </dgm:pt>
    <dgm:pt modelId="{532BDD0A-CD04-4154-814F-278AF1B25BBD}" type="pres">
      <dgm:prSet presAssocID="{0233BBA2-26BA-4193-B7EB-F3E7A0E326FF}" presName="hierChild5" presStyleCnt="0"/>
      <dgm:spPr/>
    </dgm:pt>
    <dgm:pt modelId="{1DA3A52E-3A01-4BAF-915B-DBB69F659D40}" type="pres">
      <dgm:prSet presAssocID="{4190C6E6-6405-4CD5-9534-7DB3FEFCCA6D}" presName="hierChild5" presStyleCnt="0"/>
      <dgm:spPr/>
    </dgm:pt>
    <dgm:pt modelId="{97F3061E-C7D1-4FDB-B5C7-77BA01B773BD}" type="pres">
      <dgm:prSet presAssocID="{07FC8213-9C78-435E-9813-882BD1E6EB41}" presName="Name37" presStyleLbl="parChTrans1D2" presStyleIdx="1" presStyleCnt="3"/>
      <dgm:spPr/>
    </dgm:pt>
    <dgm:pt modelId="{5433D060-C495-4A9D-8FB6-1DB7C7C08B5E}" type="pres">
      <dgm:prSet presAssocID="{3382786F-0368-431D-9BB8-6C8CF9A90050}" presName="hierRoot2" presStyleCnt="0">
        <dgm:presLayoutVars>
          <dgm:hierBranch val="init"/>
        </dgm:presLayoutVars>
      </dgm:prSet>
      <dgm:spPr/>
    </dgm:pt>
    <dgm:pt modelId="{533B5091-A8CD-4A47-92CD-D5B6523432BE}" type="pres">
      <dgm:prSet presAssocID="{3382786F-0368-431D-9BB8-6C8CF9A90050}" presName="rootComposite" presStyleCnt="0"/>
      <dgm:spPr/>
    </dgm:pt>
    <dgm:pt modelId="{20471472-B3C0-4A91-99A9-C63269FA192D}" type="pres">
      <dgm:prSet presAssocID="{3382786F-0368-431D-9BB8-6C8CF9A90050}" presName="rootText" presStyleLbl="node2" presStyleIdx="1" presStyleCnt="3">
        <dgm:presLayoutVars>
          <dgm:chPref val="3"/>
        </dgm:presLayoutVars>
      </dgm:prSet>
      <dgm:spPr/>
    </dgm:pt>
    <dgm:pt modelId="{16011375-58E8-4ADD-A740-AA744278BE69}" type="pres">
      <dgm:prSet presAssocID="{3382786F-0368-431D-9BB8-6C8CF9A90050}" presName="rootConnector" presStyleLbl="node2" presStyleIdx="1" presStyleCnt="3"/>
      <dgm:spPr/>
    </dgm:pt>
    <dgm:pt modelId="{EC285C2A-1803-4D08-8567-323CC89F7EB8}" type="pres">
      <dgm:prSet presAssocID="{3382786F-0368-431D-9BB8-6C8CF9A90050}" presName="hierChild4" presStyleCnt="0"/>
      <dgm:spPr/>
    </dgm:pt>
    <dgm:pt modelId="{23C91F35-7C89-48B8-8C07-7BAE3C552367}" type="pres">
      <dgm:prSet presAssocID="{14DC0888-FA29-4E1B-8942-8EAF7AC97844}" presName="Name37" presStyleLbl="parChTrans1D3" presStyleIdx="3" presStyleCnt="10"/>
      <dgm:spPr/>
    </dgm:pt>
    <dgm:pt modelId="{67290157-781D-45A4-9415-1656F76ED1C6}" type="pres">
      <dgm:prSet presAssocID="{6134B119-4AC4-4F4A-9C6D-4A6863EC2426}" presName="hierRoot2" presStyleCnt="0">
        <dgm:presLayoutVars>
          <dgm:hierBranch val="init"/>
        </dgm:presLayoutVars>
      </dgm:prSet>
      <dgm:spPr/>
    </dgm:pt>
    <dgm:pt modelId="{3A918C73-195C-4B19-AC18-14CFEA92FDE9}" type="pres">
      <dgm:prSet presAssocID="{6134B119-4AC4-4F4A-9C6D-4A6863EC2426}" presName="rootComposite" presStyleCnt="0"/>
      <dgm:spPr/>
    </dgm:pt>
    <dgm:pt modelId="{B9EFE3C7-A4B3-4490-A5C8-8BE63D0E452D}" type="pres">
      <dgm:prSet presAssocID="{6134B119-4AC4-4F4A-9C6D-4A6863EC2426}" presName="rootText" presStyleLbl="node3" presStyleIdx="3" presStyleCnt="10">
        <dgm:presLayoutVars>
          <dgm:chPref val="3"/>
        </dgm:presLayoutVars>
      </dgm:prSet>
      <dgm:spPr/>
    </dgm:pt>
    <dgm:pt modelId="{0A57852E-5A12-4F56-A8EC-0F1B981BD4AC}" type="pres">
      <dgm:prSet presAssocID="{6134B119-4AC4-4F4A-9C6D-4A6863EC2426}" presName="rootConnector" presStyleLbl="node3" presStyleIdx="3" presStyleCnt="10"/>
      <dgm:spPr/>
    </dgm:pt>
    <dgm:pt modelId="{E60D0E31-A74D-4343-BF45-9D522D636AF0}" type="pres">
      <dgm:prSet presAssocID="{6134B119-4AC4-4F4A-9C6D-4A6863EC2426}" presName="hierChild4" presStyleCnt="0"/>
      <dgm:spPr/>
    </dgm:pt>
    <dgm:pt modelId="{C0597695-BC22-43A2-831C-3B7E85169473}" type="pres">
      <dgm:prSet presAssocID="{6134B119-4AC4-4F4A-9C6D-4A6863EC2426}" presName="hierChild5" presStyleCnt="0"/>
      <dgm:spPr/>
    </dgm:pt>
    <dgm:pt modelId="{EF88976B-5CED-4E22-B9FD-1FFCA974F818}" type="pres">
      <dgm:prSet presAssocID="{C153E344-20AE-4DE5-A9D7-7E225CA5EEDE}" presName="Name37" presStyleLbl="parChTrans1D3" presStyleIdx="4" presStyleCnt="10"/>
      <dgm:spPr/>
    </dgm:pt>
    <dgm:pt modelId="{F0B8B6DD-51A2-487F-9534-1E0C8297DB26}" type="pres">
      <dgm:prSet presAssocID="{426548EC-5569-4B73-8F32-7531ACE8D64F}" presName="hierRoot2" presStyleCnt="0">
        <dgm:presLayoutVars>
          <dgm:hierBranch val="init"/>
        </dgm:presLayoutVars>
      </dgm:prSet>
      <dgm:spPr/>
    </dgm:pt>
    <dgm:pt modelId="{93A2D5A4-DA6F-49C6-AE30-12C7996D9B50}" type="pres">
      <dgm:prSet presAssocID="{426548EC-5569-4B73-8F32-7531ACE8D64F}" presName="rootComposite" presStyleCnt="0"/>
      <dgm:spPr/>
    </dgm:pt>
    <dgm:pt modelId="{4A4EAB34-DF0C-49E9-94BB-7591FABE1FE2}" type="pres">
      <dgm:prSet presAssocID="{426548EC-5569-4B73-8F32-7531ACE8D64F}" presName="rootText" presStyleLbl="node3" presStyleIdx="4" presStyleCnt="10">
        <dgm:presLayoutVars>
          <dgm:chPref val="3"/>
        </dgm:presLayoutVars>
      </dgm:prSet>
      <dgm:spPr/>
    </dgm:pt>
    <dgm:pt modelId="{0F260C69-017D-4DF5-AFAD-37048D77FB49}" type="pres">
      <dgm:prSet presAssocID="{426548EC-5569-4B73-8F32-7531ACE8D64F}" presName="rootConnector" presStyleLbl="node3" presStyleIdx="4" presStyleCnt="10"/>
      <dgm:spPr/>
    </dgm:pt>
    <dgm:pt modelId="{8E12157D-7A82-41A8-AF8B-084D17311AF4}" type="pres">
      <dgm:prSet presAssocID="{426548EC-5569-4B73-8F32-7531ACE8D64F}" presName="hierChild4" presStyleCnt="0"/>
      <dgm:spPr/>
    </dgm:pt>
    <dgm:pt modelId="{EB28E03E-B847-4586-A296-9C47A6BA57D8}" type="pres">
      <dgm:prSet presAssocID="{426548EC-5569-4B73-8F32-7531ACE8D64F}" presName="hierChild5" presStyleCnt="0"/>
      <dgm:spPr/>
    </dgm:pt>
    <dgm:pt modelId="{B926677A-065F-4637-B55E-F426D7208C2C}" type="pres">
      <dgm:prSet presAssocID="{9C532BAD-30D4-4979-AFA3-2DD7317ED80F}" presName="Name37" presStyleLbl="parChTrans1D3" presStyleIdx="5" presStyleCnt="10"/>
      <dgm:spPr/>
    </dgm:pt>
    <dgm:pt modelId="{A67E854E-A403-4AFE-9BAC-D21501CC3D7E}" type="pres">
      <dgm:prSet presAssocID="{31498D2D-94D5-4B26-BB9D-8A71116D51C4}" presName="hierRoot2" presStyleCnt="0">
        <dgm:presLayoutVars>
          <dgm:hierBranch val="init"/>
        </dgm:presLayoutVars>
      </dgm:prSet>
      <dgm:spPr/>
    </dgm:pt>
    <dgm:pt modelId="{915E415E-26D2-473B-AAC2-F14692FC975F}" type="pres">
      <dgm:prSet presAssocID="{31498D2D-94D5-4B26-BB9D-8A71116D51C4}" presName="rootComposite" presStyleCnt="0"/>
      <dgm:spPr/>
    </dgm:pt>
    <dgm:pt modelId="{F82EF610-E354-4048-86D1-C0CDDD2F7519}" type="pres">
      <dgm:prSet presAssocID="{31498D2D-94D5-4B26-BB9D-8A71116D51C4}" presName="rootText" presStyleLbl="node3" presStyleIdx="5" presStyleCnt="10">
        <dgm:presLayoutVars>
          <dgm:chPref val="3"/>
        </dgm:presLayoutVars>
      </dgm:prSet>
      <dgm:spPr/>
    </dgm:pt>
    <dgm:pt modelId="{210BCD4E-00CF-40F9-87EE-8BD70D183228}" type="pres">
      <dgm:prSet presAssocID="{31498D2D-94D5-4B26-BB9D-8A71116D51C4}" presName="rootConnector" presStyleLbl="node3" presStyleIdx="5" presStyleCnt="10"/>
      <dgm:spPr/>
    </dgm:pt>
    <dgm:pt modelId="{60074909-580B-40FE-B50B-2DD38257C19A}" type="pres">
      <dgm:prSet presAssocID="{31498D2D-94D5-4B26-BB9D-8A71116D51C4}" presName="hierChild4" presStyleCnt="0"/>
      <dgm:spPr/>
    </dgm:pt>
    <dgm:pt modelId="{E27B1CBD-B024-4544-9709-9C2D27CDDF12}" type="pres">
      <dgm:prSet presAssocID="{31498D2D-94D5-4B26-BB9D-8A71116D51C4}" presName="hierChild5" presStyleCnt="0"/>
      <dgm:spPr/>
    </dgm:pt>
    <dgm:pt modelId="{BA2022B8-73F3-4BB8-81F2-1FCA0738C71C}" type="pres">
      <dgm:prSet presAssocID="{3382786F-0368-431D-9BB8-6C8CF9A90050}" presName="hierChild5" presStyleCnt="0"/>
      <dgm:spPr/>
    </dgm:pt>
    <dgm:pt modelId="{66F62C5B-A7F8-4C6D-BA5C-3BB409FF16F1}" type="pres">
      <dgm:prSet presAssocID="{F9B11CCB-DE26-43C5-8ED6-FA7DA18BA0CE}" presName="Name37" presStyleLbl="parChTrans1D2" presStyleIdx="2" presStyleCnt="3"/>
      <dgm:spPr/>
    </dgm:pt>
    <dgm:pt modelId="{7E285FFD-B2EB-4712-8BBD-5EB174876BC3}" type="pres">
      <dgm:prSet presAssocID="{D5D7818F-ABF7-4A25-AABC-66950CEC5D9A}" presName="hierRoot2" presStyleCnt="0">
        <dgm:presLayoutVars>
          <dgm:hierBranch val="init"/>
        </dgm:presLayoutVars>
      </dgm:prSet>
      <dgm:spPr/>
    </dgm:pt>
    <dgm:pt modelId="{17F254C7-2965-40FC-95E5-0B58C6820DB4}" type="pres">
      <dgm:prSet presAssocID="{D5D7818F-ABF7-4A25-AABC-66950CEC5D9A}" presName="rootComposite" presStyleCnt="0"/>
      <dgm:spPr/>
    </dgm:pt>
    <dgm:pt modelId="{08BB5DE4-BA43-4412-A7C1-9E480F859986}" type="pres">
      <dgm:prSet presAssocID="{D5D7818F-ABF7-4A25-AABC-66950CEC5D9A}" presName="rootText" presStyleLbl="node2" presStyleIdx="2" presStyleCnt="3">
        <dgm:presLayoutVars>
          <dgm:chPref val="3"/>
        </dgm:presLayoutVars>
      </dgm:prSet>
      <dgm:spPr/>
    </dgm:pt>
    <dgm:pt modelId="{31644C75-99E5-4368-BE2C-0ADFBAA4250E}" type="pres">
      <dgm:prSet presAssocID="{D5D7818F-ABF7-4A25-AABC-66950CEC5D9A}" presName="rootConnector" presStyleLbl="node2" presStyleIdx="2" presStyleCnt="3"/>
      <dgm:spPr/>
    </dgm:pt>
    <dgm:pt modelId="{26FB606B-340B-4F40-952A-2CFA5672A59B}" type="pres">
      <dgm:prSet presAssocID="{D5D7818F-ABF7-4A25-AABC-66950CEC5D9A}" presName="hierChild4" presStyleCnt="0"/>
      <dgm:spPr/>
    </dgm:pt>
    <dgm:pt modelId="{18330419-9415-4E63-9B90-8F2BE86D48D9}" type="pres">
      <dgm:prSet presAssocID="{87427A66-CDDE-4907-9939-5FC4B7B3F76F}" presName="Name37" presStyleLbl="parChTrans1D3" presStyleIdx="6" presStyleCnt="10"/>
      <dgm:spPr/>
    </dgm:pt>
    <dgm:pt modelId="{A4DCFDD3-A364-47AD-B4F3-1CDFEC1007D5}" type="pres">
      <dgm:prSet presAssocID="{A7BF5600-ADF6-49B8-9BDA-C1536EB464DF}" presName="hierRoot2" presStyleCnt="0">
        <dgm:presLayoutVars>
          <dgm:hierBranch val="init"/>
        </dgm:presLayoutVars>
      </dgm:prSet>
      <dgm:spPr/>
    </dgm:pt>
    <dgm:pt modelId="{EA297787-D572-48D1-BE54-7CCD2BFF5894}" type="pres">
      <dgm:prSet presAssocID="{A7BF5600-ADF6-49B8-9BDA-C1536EB464DF}" presName="rootComposite" presStyleCnt="0"/>
      <dgm:spPr/>
    </dgm:pt>
    <dgm:pt modelId="{65CBC808-F982-4D9E-9A0B-33913D5C1D2B}" type="pres">
      <dgm:prSet presAssocID="{A7BF5600-ADF6-49B8-9BDA-C1536EB464DF}" presName="rootText" presStyleLbl="node3" presStyleIdx="6" presStyleCnt="10">
        <dgm:presLayoutVars>
          <dgm:chPref val="3"/>
        </dgm:presLayoutVars>
      </dgm:prSet>
      <dgm:spPr/>
    </dgm:pt>
    <dgm:pt modelId="{5D10EECA-5D72-447C-909C-4D4FFB2A08C8}" type="pres">
      <dgm:prSet presAssocID="{A7BF5600-ADF6-49B8-9BDA-C1536EB464DF}" presName="rootConnector" presStyleLbl="node3" presStyleIdx="6" presStyleCnt="10"/>
      <dgm:spPr/>
    </dgm:pt>
    <dgm:pt modelId="{3850BDC5-134F-4A69-81B5-23EE85D6F94C}" type="pres">
      <dgm:prSet presAssocID="{A7BF5600-ADF6-49B8-9BDA-C1536EB464DF}" presName="hierChild4" presStyleCnt="0"/>
      <dgm:spPr/>
    </dgm:pt>
    <dgm:pt modelId="{10E4B089-DE99-4252-949A-8C68E5B67D26}" type="pres">
      <dgm:prSet presAssocID="{A7BF5600-ADF6-49B8-9BDA-C1536EB464DF}" presName="hierChild5" presStyleCnt="0"/>
      <dgm:spPr/>
    </dgm:pt>
    <dgm:pt modelId="{FAC1FE89-BDEA-455E-89B3-FAE335D0FB6D}" type="pres">
      <dgm:prSet presAssocID="{D1839776-E160-44A7-94A2-82EAFAAE822C}" presName="Name37" presStyleLbl="parChTrans1D3" presStyleIdx="7" presStyleCnt="10"/>
      <dgm:spPr/>
    </dgm:pt>
    <dgm:pt modelId="{963062A5-4860-4E3C-8554-CAA056D1E79D}" type="pres">
      <dgm:prSet presAssocID="{C7EB276C-DE5E-4BD5-B8C3-BDD2DE5D11BE}" presName="hierRoot2" presStyleCnt="0">
        <dgm:presLayoutVars>
          <dgm:hierBranch val="init"/>
        </dgm:presLayoutVars>
      </dgm:prSet>
      <dgm:spPr/>
    </dgm:pt>
    <dgm:pt modelId="{C816F076-DA70-463E-B62B-5A8D8DE04DEE}" type="pres">
      <dgm:prSet presAssocID="{C7EB276C-DE5E-4BD5-B8C3-BDD2DE5D11BE}" presName="rootComposite" presStyleCnt="0"/>
      <dgm:spPr/>
    </dgm:pt>
    <dgm:pt modelId="{0B01C994-D244-4FD4-95FB-48D59F420F82}" type="pres">
      <dgm:prSet presAssocID="{C7EB276C-DE5E-4BD5-B8C3-BDD2DE5D11BE}" presName="rootText" presStyleLbl="node3" presStyleIdx="7" presStyleCnt="10">
        <dgm:presLayoutVars>
          <dgm:chPref val="3"/>
        </dgm:presLayoutVars>
      </dgm:prSet>
      <dgm:spPr/>
    </dgm:pt>
    <dgm:pt modelId="{4723B2A3-F09D-4E57-A870-285A20813C35}" type="pres">
      <dgm:prSet presAssocID="{C7EB276C-DE5E-4BD5-B8C3-BDD2DE5D11BE}" presName="rootConnector" presStyleLbl="node3" presStyleIdx="7" presStyleCnt="10"/>
      <dgm:spPr/>
    </dgm:pt>
    <dgm:pt modelId="{EB9F4547-5AF5-49BB-9CB8-F9BA3A7F8243}" type="pres">
      <dgm:prSet presAssocID="{C7EB276C-DE5E-4BD5-B8C3-BDD2DE5D11BE}" presName="hierChild4" presStyleCnt="0"/>
      <dgm:spPr/>
    </dgm:pt>
    <dgm:pt modelId="{13F80973-1FF0-4947-8978-6DDB63C2CAB5}" type="pres">
      <dgm:prSet presAssocID="{C7EB276C-DE5E-4BD5-B8C3-BDD2DE5D11BE}" presName="hierChild5" presStyleCnt="0"/>
      <dgm:spPr/>
    </dgm:pt>
    <dgm:pt modelId="{3C8A8DD0-C608-4BCE-A4CE-96A21EDDA4FC}" type="pres">
      <dgm:prSet presAssocID="{4B9722AB-10C6-477B-87A9-C30DFDCA2332}" presName="Name37" presStyleLbl="parChTrans1D3" presStyleIdx="8" presStyleCnt="10"/>
      <dgm:spPr/>
    </dgm:pt>
    <dgm:pt modelId="{97D1C4E6-0BF8-40DF-94BA-FC953D0ACE35}" type="pres">
      <dgm:prSet presAssocID="{6717DCED-6839-45D1-B998-5D076D9E3DF0}" presName="hierRoot2" presStyleCnt="0">
        <dgm:presLayoutVars>
          <dgm:hierBranch val="init"/>
        </dgm:presLayoutVars>
      </dgm:prSet>
      <dgm:spPr/>
    </dgm:pt>
    <dgm:pt modelId="{3A499E03-8584-4555-A69C-DD6EDB0DD638}" type="pres">
      <dgm:prSet presAssocID="{6717DCED-6839-45D1-B998-5D076D9E3DF0}" presName="rootComposite" presStyleCnt="0"/>
      <dgm:spPr/>
    </dgm:pt>
    <dgm:pt modelId="{9AB43AFC-6B20-4B83-90F6-DA8407232D38}" type="pres">
      <dgm:prSet presAssocID="{6717DCED-6839-45D1-B998-5D076D9E3DF0}" presName="rootText" presStyleLbl="node3" presStyleIdx="8" presStyleCnt="10">
        <dgm:presLayoutVars>
          <dgm:chPref val="3"/>
        </dgm:presLayoutVars>
      </dgm:prSet>
      <dgm:spPr/>
    </dgm:pt>
    <dgm:pt modelId="{C39933FA-FBE0-4388-807A-B4DCE3B7FBE1}" type="pres">
      <dgm:prSet presAssocID="{6717DCED-6839-45D1-B998-5D076D9E3DF0}" presName="rootConnector" presStyleLbl="node3" presStyleIdx="8" presStyleCnt="10"/>
      <dgm:spPr/>
    </dgm:pt>
    <dgm:pt modelId="{F76754DC-D484-4FAB-B8D0-6306113F9F4B}" type="pres">
      <dgm:prSet presAssocID="{6717DCED-6839-45D1-B998-5D076D9E3DF0}" presName="hierChild4" presStyleCnt="0"/>
      <dgm:spPr/>
    </dgm:pt>
    <dgm:pt modelId="{DA27FAFB-032F-4B35-9F91-F22EA0E7B326}" type="pres">
      <dgm:prSet presAssocID="{6717DCED-6839-45D1-B998-5D076D9E3DF0}" presName="hierChild5" presStyleCnt="0"/>
      <dgm:spPr/>
    </dgm:pt>
    <dgm:pt modelId="{26CA5DE1-E5A3-4311-AB04-5AB7F6E1F888}" type="pres">
      <dgm:prSet presAssocID="{066C15C6-3F28-4045-AC0A-2437BD76059E}" presName="Name37" presStyleLbl="parChTrans1D3" presStyleIdx="9" presStyleCnt="10"/>
      <dgm:spPr/>
    </dgm:pt>
    <dgm:pt modelId="{F3C1E9CB-1829-4A3C-825C-DDC82189E5FF}" type="pres">
      <dgm:prSet presAssocID="{BB696B2F-68A7-4001-BB76-134280891B18}" presName="hierRoot2" presStyleCnt="0">
        <dgm:presLayoutVars>
          <dgm:hierBranch val="init"/>
        </dgm:presLayoutVars>
      </dgm:prSet>
      <dgm:spPr/>
    </dgm:pt>
    <dgm:pt modelId="{D7EAF75F-A2AC-480D-9762-13C8132C2B70}" type="pres">
      <dgm:prSet presAssocID="{BB696B2F-68A7-4001-BB76-134280891B18}" presName="rootComposite" presStyleCnt="0"/>
      <dgm:spPr/>
    </dgm:pt>
    <dgm:pt modelId="{D44C3236-CC3D-4B5B-AA4C-7BC05CA4A2B4}" type="pres">
      <dgm:prSet presAssocID="{BB696B2F-68A7-4001-BB76-134280891B18}" presName="rootText" presStyleLbl="node3" presStyleIdx="9" presStyleCnt="10">
        <dgm:presLayoutVars>
          <dgm:chPref val="3"/>
        </dgm:presLayoutVars>
      </dgm:prSet>
      <dgm:spPr/>
    </dgm:pt>
    <dgm:pt modelId="{0E235D28-689E-492B-BD93-97CC6BA7D234}" type="pres">
      <dgm:prSet presAssocID="{BB696B2F-68A7-4001-BB76-134280891B18}" presName="rootConnector" presStyleLbl="node3" presStyleIdx="9" presStyleCnt="10"/>
      <dgm:spPr/>
    </dgm:pt>
    <dgm:pt modelId="{0E852254-EEA0-47B8-A49F-27169CF7FD27}" type="pres">
      <dgm:prSet presAssocID="{BB696B2F-68A7-4001-BB76-134280891B18}" presName="hierChild4" presStyleCnt="0"/>
      <dgm:spPr/>
    </dgm:pt>
    <dgm:pt modelId="{31475AD6-A8A5-4B14-AF24-CABD9FDA4ADF}" type="pres">
      <dgm:prSet presAssocID="{BB696B2F-68A7-4001-BB76-134280891B18}" presName="hierChild5" presStyleCnt="0"/>
      <dgm:spPr/>
    </dgm:pt>
    <dgm:pt modelId="{0E8C06DF-D22F-427F-A95A-9EB5E6E0C5EC}" type="pres">
      <dgm:prSet presAssocID="{D5D7818F-ABF7-4A25-AABC-66950CEC5D9A}" presName="hierChild5" presStyleCnt="0"/>
      <dgm:spPr/>
    </dgm:pt>
    <dgm:pt modelId="{C5BD99E1-200F-4152-82AB-F11C7AF5F214}" type="pres">
      <dgm:prSet presAssocID="{26086D99-684A-4C51-B7D5-D59F77752DF7}" presName="hierChild3" presStyleCnt="0"/>
      <dgm:spPr/>
    </dgm:pt>
  </dgm:ptLst>
  <dgm:cxnLst>
    <dgm:cxn modelId="{8CEAC80A-95F0-4953-827D-2857DDE5D1F5}" type="presOf" srcId="{87427A66-CDDE-4907-9939-5FC4B7B3F76F}" destId="{18330419-9415-4E63-9B90-8F2BE86D48D9}" srcOrd="0" destOrd="0" presId="urn:microsoft.com/office/officeart/2005/8/layout/orgChart1"/>
    <dgm:cxn modelId="{A94DD60B-744B-4596-965F-DBBCE49C4611}" type="presOf" srcId="{BB696B2F-68A7-4001-BB76-134280891B18}" destId="{0E235D28-689E-492B-BD93-97CC6BA7D234}" srcOrd="1" destOrd="0" presId="urn:microsoft.com/office/officeart/2005/8/layout/orgChart1"/>
    <dgm:cxn modelId="{2AB16610-7FC9-4D30-AB34-7FD210568273}" type="presOf" srcId="{6717DCED-6839-45D1-B998-5D076D9E3DF0}" destId="{9AB43AFC-6B20-4B83-90F6-DA8407232D38}" srcOrd="0" destOrd="0" presId="urn:microsoft.com/office/officeart/2005/8/layout/orgChart1"/>
    <dgm:cxn modelId="{CB3C7D13-0259-4E6B-AC42-29FE58446345}" srcId="{4190C6E6-6405-4CD5-9534-7DB3FEFCCA6D}" destId="{FE55C11A-126A-44D3-8D43-3A713073318B}" srcOrd="1" destOrd="0" parTransId="{8F9086E8-2301-48CC-8AF6-4F6773970FFE}" sibTransId="{C305543D-9740-4305-88B0-DC8C81C67043}"/>
    <dgm:cxn modelId="{5199A916-41D6-4FC6-AAD7-2626C13C3049}" type="presOf" srcId="{C99D638D-EA88-402F-A5A1-A6EDD77E9B3B}" destId="{641DAF7A-D645-4EDE-9C42-461B6CAE7875}" srcOrd="0" destOrd="0" presId="urn:microsoft.com/office/officeart/2005/8/layout/orgChart1"/>
    <dgm:cxn modelId="{B407A920-9B38-4CC9-A91D-669796FE77CC}" srcId="{D5D7818F-ABF7-4A25-AABC-66950CEC5D9A}" destId="{C7EB276C-DE5E-4BD5-B8C3-BDD2DE5D11BE}" srcOrd="1" destOrd="0" parTransId="{D1839776-E160-44A7-94A2-82EAFAAE822C}" sibTransId="{5E50B7B2-60B0-47F3-A3C0-0DD06A886D8D}"/>
    <dgm:cxn modelId="{F41AD423-9FA1-4175-BE65-F715A5A44357}" type="presOf" srcId="{8F9086E8-2301-48CC-8AF6-4F6773970FFE}" destId="{BE2668CE-5DB0-45B3-9D48-3C7BF7288C2B}" srcOrd="0" destOrd="0" presId="urn:microsoft.com/office/officeart/2005/8/layout/orgChart1"/>
    <dgm:cxn modelId="{FE9E4626-96D8-4116-9766-92C83E283E6A}" type="presOf" srcId="{780861B4-D120-4040-864A-3D750A75623B}" destId="{37A5558E-F18B-40A2-AEF3-A2991C794D85}" srcOrd="1" destOrd="0" presId="urn:microsoft.com/office/officeart/2005/8/layout/orgChart1"/>
    <dgm:cxn modelId="{795CDC2C-88DC-4646-AB40-1B531B75F412}" type="presOf" srcId="{C153E344-20AE-4DE5-A9D7-7E225CA5EEDE}" destId="{EF88976B-5CED-4E22-B9FD-1FFCA974F818}" srcOrd="0" destOrd="0" presId="urn:microsoft.com/office/officeart/2005/8/layout/orgChart1"/>
    <dgm:cxn modelId="{3B4DC02F-88B8-4983-B276-9CCB8FC0B781}" type="presOf" srcId="{6134B119-4AC4-4F4A-9C6D-4A6863EC2426}" destId="{B9EFE3C7-A4B3-4490-A5C8-8BE63D0E452D}" srcOrd="0" destOrd="0" presId="urn:microsoft.com/office/officeart/2005/8/layout/orgChart1"/>
    <dgm:cxn modelId="{B0C22330-6868-4A4F-B787-22964C90984F}" srcId="{26086D99-684A-4C51-B7D5-D59F77752DF7}" destId="{4190C6E6-6405-4CD5-9534-7DB3FEFCCA6D}" srcOrd="0" destOrd="0" parTransId="{AA52C09C-CB06-4E56-9897-C1CF2D5AD462}" sibTransId="{A138657B-57E4-4D25-9209-06A29F68E620}"/>
    <dgm:cxn modelId="{00C3B331-7412-425D-9489-6BEE7A2259BA}" type="presOf" srcId="{C7EB276C-DE5E-4BD5-B8C3-BDD2DE5D11BE}" destId="{4723B2A3-F09D-4E57-A870-285A20813C35}" srcOrd="1" destOrd="0" presId="urn:microsoft.com/office/officeart/2005/8/layout/orgChart1"/>
    <dgm:cxn modelId="{D4BEDD31-D212-4CE8-97C8-8FF42D4CE214}" srcId="{C99D638D-EA88-402F-A5A1-A6EDD77E9B3B}" destId="{26086D99-684A-4C51-B7D5-D59F77752DF7}" srcOrd="0" destOrd="0" parTransId="{C55F954B-F4B2-4EE1-88C2-FE0AE4C9B053}" sibTransId="{29A223E6-1BEE-44FF-84A5-6CB895944813}"/>
    <dgm:cxn modelId="{7D402A34-1D69-45CC-A1E5-D1A6899F55CE}" type="presOf" srcId="{26086D99-684A-4C51-B7D5-D59F77752DF7}" destId="{04BCCF35-AF34-4232-B9C0-BDF6659C7560}" srcOrd="1" destOrd="0" presId="urn:microsoft.com/office/officeart/2005/8/layout/orgChart1"/>
    <dgm:cxn modelId="{835DA836-9981-47F5-AF43-78C2733B2682}" type="presOf" srcId="{4B9722AB-10C6-477B-87A9-C30DFDCA2332}" destId="{3C8A8DD0-C608-4BCE-A4CE-96A21EDDA4FC}" srcOrd="0" destOrd="0" presId="urn:microsoft.com/office/officeart/2005/8/layout/orgChart1"/>
    <dgm:cxn modelId="{B0C49339-E2F2-45CA-9513-7F887F44252A}" type="presOf" srcId="{D5D7818F-ABF7-4A25-AABC-66950CEC5D9A}" destId="{31644C75-99E5-4368-BE2C-0ADFBAA4250E}" srcOrd="1" destOrd="0" presId="urn:microsoft.com/office/officeart/2005/8/layout/orgChart1"/>
    <dgm:cxn modelId="{7FAFFE3B-87BD-4554-9795-854ED3E240FB}" type="presOf" srcId="{A7BF5600-ADF6-49B8-9BDA-C1536EB464DF}" destId="{65CBC808-F982-4D9E-9A0B-33913D5C1D2B}" srcOrd="0" destOrd="0" presId="urn:microsoft.com/office/officeart/2005/8/layout/orgChart1"/>
    <dgm:cxn modelId="{F746BA5B-EE90-431E-BF39-A16744CEF274}" type="presOf" srcId="{FE55C11A-126A-44D3-8D43-3A713073318B}" destId="{EFC3C959-331C-445D-9B47-72881FA314A1}" srcOrd="0" destOrd="0" presId="urn:microsoft.com/office/officeart/2005/8/layout/orgChart1"/>
    <dgm:cxn modelId="{97096941-AE71-4671-93AC-A8608C6D669A}" type="presOf" srcId="{6134B119-4AC4-4F4A-9C6D-4A6863EC2426}" destId="{0A57852E-5A12-4F56-A8EC-0F1B981BD4AC}" srcOrd="1" destOrd="0" presId="urn:microsoft.com/office/officeart/2005/8/layout/orgChart1"/>
    <dgm:cxn modelId="{695B5B42-A29F-4214-9EA2-ED7682BF25A8}" srcId="{D5D7818F-ABF7-4A25-AABC-66950CEC5D9A}" destId="{BB696B2F-68A7-4001-BB76-134280891B18}" srcOrd="3" destOrd="0" parTransId="{066C15C6-3F28-4045-AC0A-2437BD76059E}" sibTransId="{5FBC422C-B4BB-4540-BF94-BBC5A98DFA69}"/>
    <dgm:cxn modelId="{A6F74445-AA19-4F72-9178-EAD509F63C98}" type="presOf" srcId="{780861B4-D120-4040-864A-3D750A75623B}" destId="{AE980B04-BC2A-4963-A6DE-FC020F1358B3}" srcOrd="0" destOrd="0" presId="urn:microsoft.com/office/officeart/2005/8/layout/orgChart1"/>
    <dgm:cxn modelId="{3EFDAD47-D4AC-44F4-B44F-73481A2FA2CA}" srcId="{D5D7818F-ABF7-4A25-AABC-66950CEC5D9A}" destId="{A7BF5600-ADF6-49B8-9BDA-C1536EB464DF}" srcOrd="0" destOrd="0" parTransId="{87427A66-CDDE-4907-9939-5FC4B7B3F76F}" sibTransId="{479FF6E9-A1B0-41BF-9D6C-8F7837CA4595}"/>
    <dgm:cxn modelId="{8E78856F-5A95-4C8F-93CB-AE79D94523BE}" type="presOf" srcId="{FE55C11A-126A-44D3-8D43-3A713073318B}" destId="{3B9D178B-467B-4C61-A40A-08077ECC5D62}" srcOrd="1" destOrd="0" presId="urn:microsoft.com/office/officeart/2005/8/layout/orgChart1"/>
    <dgm:cxn modelId="{A099A94F-29BA-4B4D-9A8F-2E270350B593}" type="presOf" srcId="{D5D7818F-ABF7-4A25-AABC-66950CEC5D9A}" destId="{08BB5DE4-BA43-4412-A7C1-9E480F859986}" srcOrd="0" destOrd="0" presId="urn:microsoft.com/office/officeart/2005/8/layout/orgChart1"/>
    <dgm:cxn modelId="{C0D36A58-B348-43AC-A03F-6FC38A9E8DC9}" type="presOf" srcId="{AA52C09C-CB06-4E56-9897-C1CF2D5AD462}" destId="{D8460A3C-83D4-4F36-8864-3DA0C7EB2F06}" srcOrd="0" destOrd="0" presId="urn:microsoft.com/office/officeart/2005/8/layout/orgChart1"/>
    <dgm:cxn modelId="{B001987B-343E-4F45-8442-FED3E2AD5E3C}" type="presOf" srcId="{BB696B2F-68A7-4001-BB76-134280891B18}" destId="{D44C3236-CC3D-4B5B-AA4C-7BC05CA4A2B4}" srcOrd="0" destOrd="0" presId="urn:microsoft.com/office/officeart/2005/8/layout/orgChart1"/>
    <dgm:cxn modelId="{D678E684-D570-4DEB-ACE1-5D254F2D8143}" type="presOf" srcId="{3382786F-0368-431D-9BB8-6C8CF9A90050}" destId="{20471472-B3C0-4A91-99A9-C63269FA192D}" srcOrd="0" destOrd="0" presId="urn:microsoft.com/office/officeart/2005/8/layout/orgChart1"/>
    <dgm:cxn modelId="{EF356585-7224-4826-B156-E103AE9EC11D}" type="presOf" srcId="{A7BF5600-ADF6-49B8-9BDA-C1536EB464DF}" destId="{5D10EECA-5D72-447C-909C-4D4FFB2A08C8}" srcOrd="1" destOrd="0" presId="urn:microsoft.com/office/officeart/2005/8/layout/orgChart1"/>
    <dgm:cxn modelId="{33CA9888-4CD3-446D-9F50-89F30893F3E1}" srcId="{4190C6E6-6405-4CD5-9534-7DB3FEFCCA6D}" destId="{0233BBA2-26BA-4193-B7EB-F3E7A0E326FF}" srcOrd="2" destOrd="0" parTransId="{89E80615-7DFF-44EB-A3D6-989980712BE9}" sibTransId="{BFBE2921-4FB2-404A-85D6-EC2BFF8A618B}"/>
    <dgm:cxn modelId="{00FEE089-5DB1-46A3-93BB-F1369E187F05}" type="presOf" srcId="{31498D2D-94D5-4B26-BB9D-8A71116D51C4}" destId="{210BCD4E-00CF-40F9-87EE-8BD70D183228}" srcOrd="1" destOrd="0" presId="urn:microsoft.com/office/officeart/2005/8/layout/orgChart1"/>
    <dgm:cxn modelId="{29B45491-C006-446E-8CA6-219081D6FEFC}" type="presOf" srcId="{9C532BAD-30D4-4979-AFA3-2DD7317ED80F}" destId="{B926677A-065F-4637-B55E-F426D7208C2C}" srcOrd="0" destOrd="0" presId="urn:microsoft.com/office/officeart/2005/8/layout/orgChart1"/>
    <dgm:cxn modelId="{D5889494-2080-44AF-A20F-8E2B0ECC109E}" type="presOf" srcId="{89E80615-7DFF-44EB-A3D6-989980712BE9}" destId="{1F5AD08D-CC1F-433D-BFEA-F6AD0E8FCA4D}" srcOrd="0" destOrd="0" presId="urn:microsoft.com/office/officeart/2005/8/layout/orgChart1"/>
    <dgm:cxn modelId="{A6BC4F9A-8ED2-4FB7-A5BE-9C81309013FB}" type="presOf" srcId="{D1839776-E160-44A7-94A2-82EAFAAE822C}" destId="{FAC1FE89-BDEA-455E-89B3-FAE335D0FB6D}" srcOrd="0" destOrd="0" presId="urn:microsoft.com/office/officeart/2005/8/layout/orgChart1"/>
    <dgm:cxn modelId="{507D089F-E562-45EF-906A-595AD47DE96B}" srcId="{3382786F-0368-431D-9BB8-6C8CF9A90050}" destId="{426548EC-5569-4B73-8F32-7531ACE8D64F}" srcOrd="1" destOrd="0" parTransId="{C153E344-20AE-4DE5-A9D7-7E225CA5EEDE}" sibTransId="{E1BC40F2-D526-41BA-8960-48B88A1C46CA}"/>
    <dgm:cxn modelId="{20EAD8A8-89C3-45B9-B043-36473611C9D9}" type="presOf" srcId="{426548EC-5569-4B73-8F32-7531ACE8D64F}" destId="{4A4EAB34-DF0C-49E9-94BB-7591FABE1FE2}" srcOrd="0" destOrd="0" presId="urn:microsoft.com/office/officeart/2005/8/layout/orgChart1"/>
    <dgm:cxn modelId="{8B9428AA-D244-48F9-BDEC-491E7AA3CD9E}" srcId="{26086D99-684A-4C51-B7D5-D59F77752DF7}" destId="{3382786F-0368-431D-9BB8-6C8CF9A90050}" srcOrd="1" destOrd="0" parTransId="{07FC8213-9C78-435E-9813-882BD1E6EB41}" sibTransId="{1199E4C4-F265-4A1E-8EFD-F09F085E85D1}"/>
    <dgm:cxn modelId="{B28E70AC-8C39-442E-A41C-000685F4F316}" type="presOf" srcId="{26086D99-684A-4C51-B7D5-D59F77752DF7}" destId="{36137AAB-D865-4243-9A33-5664D9FC0B49}" srcOrd="0" destOrd="0" presId="urn:microsoft.com/office/officeart/2005/8/layout/orgChart1"/>
    <dgm:cxn modelId="{25517DB0-DAA1-459B-AA30-A03B3B06986E}" type="presOf" srcId="{A7B1BC37-2AB5-4879-A159-D962F5B7EA0D}" destId="{CDB35FE7-8DF2-4BF6-8715-60B7CFEA6383}" srcOrd="0" destOrd="0" presId="urn:microsoft.com/office/officeart/2005/8/layout/orgChart1"/>
    <dgm:cxn modelId="{522A87C0-7AB7-44EF-AE2D-941575939D08}" type="presOf" srcId="{4190C6E6-6405-4CD5-9534-7DB3FEFCCA6D}" destId="{BBA77AA8-DF1A-4E16-A07A-25CEF249CB87}" srcOrd="1" destOrd="0" presId="urn:microsoft.com/office/officeart/2005/8/layout/orgChart1"/>
    <dgm:cxn modelId="{CF3B07C7-59FB-4B19-96A8-A714DEE0520A}" type="presOf" srcId="{3382786F-0368-431D-9BB8-6C8CF9A90050}" destId="{16011375-58E8-4ADD-A740-AA744278BE69}" srcOrd="1" destOrd="0" presId="urn:microsoft.com/office/officeart/2005/8/layout/orgChart1"/>
    <dgm:cxn modelId="{EE0D5DC7-2BDC-4380-B0F4-D1B060FAE8A1}" type="presOf" srcId="{07FC8213-9C78-435E-9813-882BD1E6EB41}" destId="{97F3061E-C7D1-4FDB-B5C7-77BA01B773BD}" srcOrd="0" destOrd="0" presId="urn:microsoft.com/office/officeart/2005/8/layout/orgChart1"/>
    <dgm:cxn modelId="{D35506C9-A4BE-426D-BE10-0E50D987DB73}" srcId="{3382786F-0368-431D-9BB8-6C8CF9A90050}" destId="{31498D2D-94D5-4B26-BB9D-8A71116D51C4}" srcOrd="2" destOrd="0" parTransId="{9C532BAD-30D4-4979-AFA3-2DD7317ED80F}" sibTransId="{5EA4A3E1-4B58-469F-ACEA-EFF0AB618189}"/>
    <dgm:cxn modelId="{531EB3CA-6CF0-44B2-9CEE-B8430441A6A4}" type="presOf" srcId="{14DC0888-FA29-4E1B-8942-8EAF7AC97844}" destId="{23C91F35-7C89-48B8-8C07-7BAE3C552367}" srcOrd="0" destOrd="0" presId="urn:microsoft.com/office/officeart/2005/8/layout/orgChart1"/>
    <dgm:cxn modelId="{336EE0CD-9111-443B-991C-777BA1C5BA3B}" type="presOf" srcId="{31498D2D-94D5-4B26-BB9D-8A71116D51C4}" destId="{F82EF610-E354-4048-86D1-C0CDDD2F7519}" srcOrd="0" destOrd="0" presId="urn:microsoft.com/office/officeart/2005/8/layout/orgChart1"/>
    <dgm:cxn modelId="{F4E482D0-00DB-4148-A9EB-03D5FA7D6BF3}" type="presOf" srcId="{0233BBA2-26BA-4193-B7EB-F3E7A0E326FF}" destId="{E2893A2C-75F8-494E-AA44-63A1126F7B2D}" srcOrd="1" destOrd="0" presId="urn:microsoft.com/office/officeart/2005/8/layout/orgChart1"/>
    <dgm:cxn modelId="{A1992ED4-327C-4EEE-92DC-4C776988C3BA}" type="presOf" srcId="{4190C6E6-6405-4CD5-9534-7DB3FEFCCA6D}" destId="{A63D51CC-2006-4E00-A835-1347B4A72772}" srcOrd="0" destOrd="0" presId="urn:microsoft.com/office/officeart/2005/8/layout/orgChart1"/>
    <dgm:cxn modelId="{E83BE2D5-3C86-470F-93F4-0EAD7BC95522}" type="presOf" srcId="{0233BBA2-26BA-4193-B7EB-F3E7A0E326FF}" destId="{D90BEF7A-BD41-47BD-BA3D-0186918D59BA}" srcOrd="0" destOrd="0" presId="urn:microsoft.com/office/officeart/2005/8/layout/orgChart1"/>
    <dgm:cxn modelId="{4DBBD5D8-DDFD-432B-8B3B-EA828DC64E34}" srcId="{D5D7818F-ABF7-4A25-AABC-66950CEC5D9A}" destId="{6717DCED-6839-45D1-B998-5D076D9E3DF0}" srcOrd="2" destOrd="0" parTransId="{4B9722AB-10C6-477B-87A9-C30DFDCA2332}" sibTransId="{2F94166A-E22B-4BAB-895B-01B6C0C80508}"/>
    <dgm:cxn modelId="{EC9160E1-F32D-45E3-9B93-25A0B5DAA759}" type="presOf" srcId="{6717DCED-6839-45D1-B998-5D076D9E3DF0}" destId="{C39933FA-FBE0-4388-807A-B4DCE3B7FBE1}" srcOrd="1" destOrd="0" presId="urn:microsoft.com/office/officeart/2005/8/layout/orgChart1"/>
    <dgm:cxn modelId="{2EB252E1-DBFC-41C3-9377-91A483615E16}" srcId="{26086D99-684A-4C51-B7D5-D59F77752DF7}" destId="{D5D7818F-ABF7-4A25-AABC-66950CEC5D9A}" srcOrd="2" destOrd="0" parTransId="{F9B11CCB-DE26-43C5-8ED6-FA7DA18BA0CE}" sibTransId="{0C9351BB-0909-429C-83CE-BF9A06F5561B}"/>
    <dgm:cxn modelId="{89B8A0EE-5552-45A8-AD5A-26171688F2EA}" type="presOf" srcId="{F9B11CCB-DE26-43C5-8ED6-FA7DA18BA0CE}" destId="{66F62C5B-A7F8-4C6D-BA5C-3BB409FF16F1}" srcOrd="0" destOrd="0" presId="urn:microsoft.com/office/officeart/2005/8/layout/orgChart1"/>
    <dgm:cxn modelId="{41A8CDEF-D65D-4E65-A25E-3B6A9C2FE34B}" type="presOf" srcId="{426548EC-5569-4B73-8F32-7531ACE8D64F}" destId="{0F260C69-017D-4DF5-AFAD-37048D77FB49}" srcOrd="1" destOrd="0" presId="urn:microsoft.com/office/officeart/2005/8/layout/orgChart1"/>
    <dgm:cxn modelId="{89F7FAF0-08DB-463F-9ADE-8C025A39091F}" srcId="{3382786F-0368-431D-9BB8-6C8CF9A90050}" destId="{6134B119-4AC4-4F4A-9C6D-4A6863EC2426}" srcOrd="0" destOrd="0" parTransId="{14DC0888-FA29-4E1B-8942-8EAF7AC97844}" sibTransId="{EB0C677B-A3BF-44C3-ACD8-5F67D4BE570C}"/>
    <dgm:cxn modelId="{953E11FB-D899-4E9F-AA89-F031918DE01C}" srcId="{4190C6E6-6405-4CD5-9534-7DB3FEFCCA6D}" destId="{780861B4-D120-4040-864A-3D750A75623B}" srcOrd="0" destOrd="0" parTransId="{A7B1BC37-2AB5-4879-A159-D962F5B7EA0D}" sibTransId="{BF1E3A3E-716C-4307-9907-9879D9F0CC66}"/>
    <dgm:cxn modelId="{E4FCA5FD-EE97-4A82-BD01-291D8083566B}" type="presOf" srcId="{066C15C6-3F28-4045-AC0A-2437BD76059E}" destId="{26CA5DE1-E5A3-4311-AB04-5AB7F6E1F888}" srcOrd="0" destOrd="0" presId="urn:microsoft.com/office/officeart/2005/8/layout/orgChart1"/>
    <dgm:cxn modelId="{EDF844FE-B02A-4EEE-9D01-0D1EEB1CFB1B}" type="presOf" srcId="{C7EB276C-DE5E-4BD5-B8C3-BDD2DE5D11BE}" destId="{0B01C994-D244-4FD4-95FB-48D59F420F82}" srcOrd="0" destOrd="0" presId="urn:microsoft.com/office/officeart/2005/8/layout/orgChart1"/>
    <dgm:cxn modelId="{99D5FECB-1B13-4F3D-926E-5A941C099EB7}" type="presParOf" srcId="{641DAF7A-D645-4EDE-9C42-461B6CAE7875}" destId="{B93DF3C6-56FB-4CAB-AA65-7C86DCB64CDA}" srcOrd="0" destOrd="0" presId="urn:microsoft.com/office/officeart/2005/8/layout/orgChart1"/>
    <dgm:cxn modelId="{495D4DD9-C7F6-4555-B636-6461162A113E}" type="presParOf" srcId="{B93DF3C6-56FB-4CAB-AA65-7C86DCB64CDA}" destId="{53E0A562-FF5A-4A5E-B31C-E8B8093D7085}" srcOrd="0" destOrd="0" presId="urn:microsoft.com/office/officeart/2005/8/layout/orgChart1"/>
    <dgm:cxn modelId="{5627A683-1BBF-481A-9037-5F6F767922BF}" type="presParOf" srcId="{53E0A562-FF5A-4A5E-B31C-E8B8093D7085}" destId="{36137AAB-D865-4243-9A33-5664D9FC0B49}" srcOrd="0" destOrd="0" presId="urn:microsoft.com/office/officeart/2005/8/layout/orgChart1"/>
    <dgm:cxn modelId="{11B3386C-CB75-4CE0-A0D7-AD60837A5C7F}" type="presParOf" srcId="{53E0A562-FF5A-4A5E-B31C-E8B8093D7085}" destId="{04BCCF35-AF34-4232-B9C0-BDF6659C7560}" srcOrd="1" destOrd="0" presId="urn:microsoft.com/office/officeart/2005/8/layout/orgChart1"/>
    <dgm:cxn modelId="{728EFA3B-81F9-4E8F-953E-F655FEDFCF94}" type="presParOf" srcId="{B93DF3C6-56FB-4CAB-AA65-7C86DCB64CDA}" destId="{983F69DB-D844-44A5-B3B3-CFA171332645}" srcOrd="1" destOrd="0" presId="urn:microsoft.com/office/officeart/2005/8/layout/orgChart1"/>
    <dgm:cxn modelId="{46CCB11A-82BE-4249-897A-AC281F4C9ADC}" type="presParOf" srcId="{983F69DB-D844-44A5-B3B3-CFA171332645}" destId="{D8460A3C-83D4-4F36-8864-3DA0C7EB2F06}" srcOrd="0" destOrd="0" presId="urn:microsoft.com/office/officeart/2005/8/layout/orgChart1"/>
    <dgm:cxn modelId="{500A12D8-598A-4D4A-9B0D-5765562F8847}" type="presParOf" srcId="{983F69DB-D844-44A5-B3B3-CFA171332645}" destId="{F002F2E3-D890-45D9-94B1-117C2061BF32}" srcOrd="1" destOrd="0" presId="urn:microsoft.com/office/officeart/2005/8/layout/orgChart1"/>
    <dgm:cxn modelId="{D906759E-28D6-4696-94CA-651FC34FD24B}" type="presParOf" srcId="{F002F2E3-D890-45D9-94B1-117C2061BF32}" destId="{A80C8D10-A87A-4798-817E-9B14A7C138C7}" srcOrd="0" destOrd="0" presId="urn:microsoft.com/office/officeart/2005/8/layout/orgChart1"/>
    <dgm:cxn modelId="{C2D48ED8-ED6E-47C0-A4E8-8B8AB3B338EE}" type="presParOf" srcId="{A80C8D10-A87A-4798-817E-9B14A7C138C7}" destId="{A63D51CC-2006-4E00-A835-1347B4A72772}" srcOrd="0" destOrd="0" presId="urn:microsoft.com/office/officeart/2005/8/layout/orgChart1"/>
    <dgm:cxn modelId="{5AFBB195-3BF4-4EA0-8DCA-0DBF23E7DB01}" type="presParOf" srcId="{A80C8D10-A87A-4798-817E-9B14A7C138C7}" destId="{BBA77AA8-DF1A-4E16-A07A-25CEF249CB87}" srcOrd="1" destOrd="0" presId="urn:microsoft.com/office/officeart/2005/8/layout/orgChart1"/>
    <dgm:cxn modelId="{95D51D89-412D-46CC-98C4-3953FF685C6C}" type="presParOf" srcId="{F002F2E3-D890-45D9-94B1-117C2061BF32}" destId="{7BB01CE7-B0B0-408A-BBCC-88230B58F427}" srcOrd="1" destOrd="0" presId="urn:microsoft.com/office/officeart/2005/8/layout/orgChart1"/>
    <dgm:cxn modelId="{75B145B1-80FD-4DB9-AC52-5DDB30CAFECA}" type="presParOf" srcId="{7BB01CE7-B0B0-408A-BBCC-88230B58F427}" destId="{CDB35FE7-8DF2-4BF6-8715-60B7CFEA6383}" srcOrd="0" destOrd="0" presId="urn:microsoft.com/office/officeart/2005/8/layout/orgChart1"/>
    <dgm:cxn modelId="{8437C9FA-B9F1-4179-AC09-A3FA70CC7A0C}" type="presParOf" srcId="{7BB01CE7-B0B0-408A-BBCC-88230B58F427}" destId="{6A97A5FA-A626-4DA6-9D56-DFB5E98DAF86}" srcOrd="1" destOrd="0" presId="urn:microsoft.com/office/officeart/2005/8/layout/orgChart1"/>
    <dgm:cxn modelId="{720F1DE5-5547-4D7C-B4A1-75071FC96A43}" type="presParOf" srcId="{6A97A5FA-A626-4DA6-9D56-DFB5E98DAF86}" destId="{1F50CCDF-C2B8-47A0-B62A-FE06ACA9EA11}" srcOrd="0" destOrd="0" presId="urn:microsoft.com/office/officeart/2005/8/layout/orgChart1"/>
    <dgm:cxn modelId="{726709C6-9E80-49B9-8597-538FE5EAEF58}" type="presParOf" srcId="{1F50CCDF-C2B8-47A0-B62A-FE06ACA9EA11}" destId="{AE980B04-BC2A-4963-A6DE-FC020F1358B3}" srcOrd="0" destOrd="0" presId="urn:microsoft.com/office/officeart/2005/8/layout/orgChart1"/>
    <dgm:cxn modelId="{D403CF2B-13EE-4E34-B279-750CFD6E4980}" type="presParOf" srcId="{1F50CCDF-C2B8-47A0-B62A-FE06ACA9EA11}" destId="{37A5558E-F18B-40A2-AEF3-A2991C794D85}" srcOrd="1" destOrd="0" presId="urn:microsoft.com/office/officeart/2005/8/layout/orgChart1"/>
    <dgm:cxn modelId="{ED12EE5D-D4FB-41C1-B4EA-B63FDEE02719}" type="presParOf" srcId="{6A97A5FA-A626-4DA6-9D56-DFB5E98DAF86}" destId="{E6DE1806-563E-45D4-97E6-A76BAC56E6DC}" srcOrd="1" destOrd="0" presId="urn:microsoft.com/office/officeart/2005/8/layout/orgChart1"/>
    <dgm:cxn modelId="{F3CA0594-EB68-4A9C-89B2-C083108F5E78}" type="presParOf" srcId="{6A97A5FA-A626-4DA6-9D56-DFB5E98DAF86}" destId="{44EE6598-355F-47E2-B394-EA82ED3253E4}" srcOrd="2" destOrd="0" presId="urn:microsoft.com/office/officeart/2005/8/layout/orgChart1"/>
    <dgm:cxn modelId="{72587F91-EB24-4A1C-8A0A-EE6285A9B505}" type="presParOf" srcId="{7BB01CE7-B0B0-408A-BBCC-88230B58F427}" destId="{BE2668CE-5DB0-45B3-9D48-3C7BF7288C2B}" srcOrd="2" destOrd="0" presId="urn:microsoft.com/office/officeart/2005/8/layout/orgChart1"/>
    <dgm:cxn modelId="{A3769689-0CD8-4096-9F81-B1580A501D61}" type="presParOf" srcId="{7BB01CE7-B0B0-408A-BBCC-88230B58F427}" destId="{5C8A80F7-2A40-4759-8D7A-5EB218EE6B3C}" srcOrd="3" destOrd="0" presId="urn:microsoft.com/office/officeart/2005/8/layout/orgChart1"/>
    <dgm:cxn modelId="{4AF1C9F6-153F-4D26-9F8E-51393E90A828}" type="presParOf" srcId="{5C8A80F7-2A40-4759-8D7A-5EB218EE6B3C}" destId="{8277E172-24C3-4F36-8C5C-C6BCC02B3018}" srcOrd="0" destOrd="0" presId="urn:microsoft.com/office/officeart/2005/8/layout/orgChart1"/>
    <dgm:cxn modelId="{0336D623-F8A0-43E2-A612-4DFD4A60EACD}" type="presParOf" srcId="{8277E172-24C3-4F36-8C5C-C6BCC02B3018}" destId="{EFC3C959-331C-445D-9B47-72881FA314A1}" srcOrd="0" destOrd="0" presId="urn:microsoft.com/office/officeart/2005/8/layout/orgChart1"/>
    <dgm:cxn modelId="{DDA662A9-69BA-4525-A1FA-235B90971C1C}" type="presParOf" srcId="{8277E172-24C3-4F36-8C5C-C6BCC02B3018}" destId="{3B9D178B-467B-4C61-A40A-08077ECC5D62}" srcOrd="1" destOrd="0" presId="urn:microsoft.com/office/officeart/2005/8/layout/orgChart1"/>
    <dgm:cxn modelId="{B527C5EA-FBDF-4F32-8DDD-44645EE0A640}" type="presParOf" srcId="{5C8A80F7-2A40-4759-8D7A-5EB218EE6B3C}" destId="{5289B7D3-0AE7-4E21-BA7B-F58EE7CB4A1A}" srcOrd="1" destOrd="0" presId="urn:microsoft.com/office/officeart/2005/8/layout/orgChart1"/>
    <dgm:cxn modelId="{2D2BE734-E592-4625-8C65-1B47B5D413A3}" type="presParOf" srcId="{5C8A80F7-2A40-4759-8D7A-5EB218EE6B3C}" destId="{28A766DF-B809-4A8B-99AF-250D477D2F05}" srcOrd="2" destOrd="0" presId="urn:microsoft.com/office/officeart/2005/8/layout/orgChart1"/>
    <dgm:cxn modelId="{7BD2CDB9-6AC5-4471-A31A-B91C365766EA}" type="presParOf" srcId="{7BB01CE7-B0B0-408A-BBCC-88230B58F427}" destId="{1F5AD08D-CC1F-433D-BFEA-F6AD0E8FCA4D}" srcOrd="4" destOrd="0" presId="urn:microsoft.com/office/officeart/2005/8/layout/orgChart1"/>
    <dgm:cxn modelId="{14226717-40FB-4976-9AB0-72E25289C7BA}" type="presParOf" srcId="{7BB01CE7-B0B0-408A-BBCC-88230B58F427}" destId="{CDFC6529-4A7F-41C3-9DFA-51421878E7D3}" srcOrd="5" destOrd="0" presId="urn:microsoft.com/office/officeart/2005/8/layout/orgChart1"/>
    <dgm:cxn modelId="{84DB5488-3C77-44C2-95B2-DE1B8C3205D8}" type="presParOf" srcId="{CDFC6529-4A7F-41C3-9DFA-51421878E7D3}" destId="{DBDB96E2-EA4D-42A0-922D-2A8F105E31EA}" srcOrd="0" destOrd="0" presId="urn:microsoft.com/office/officeart/2005/8/layout/orgChart1"/>
    <dgm:cxn modelId="{8225EFE7-F5A8-4AD1-9BA9-B473B06C795F}" type="presParOf" srcId="{DBDB96E2-EA4D-42A0-922D-2A8F105E31EA}" destId="{D90BEF7A-BD41-47BD-BA3D-0186918D59BA}" srcOrd="0" destOrd="0" presId="urn:microsoft.com/office/officeart/2005/8/layout/orgChart1"/>
    <dgm:cxn modelId="{CED261FE-25B8-454D-987A-621D4DDA81BF}" type="presParOf" srcId="{DBDB96E2-EA4D-42A0-922D-2A8F105E31EA}" destId="{E2893A2C-75F8-494E-AA44-63A1126F7B2D}" srcOrd="1" destOrd="0" presId="urn:microsoft.com/office/officeart/2005/8/layout/orgChart1"/>
    <dgm:cxn modelId="{4AB67753-195D-4B66-A752-277EBD954CF3}" type="presParOf" srcId="{CDFC6529-4A7F-41C3-9DFA-51421878E7D3}" destId="{EE3517A9-7EDC-4EFC-BBAF-4A03D4CB557B}" srcOrd="1" destOrd="0" presId="urn:microsoft.com/office/officeart/2005/8/layout/orgChart1"/>
    <dgm:cxn modelId="{3BF9F653-5B68-4C77-8C8B-00F1E494E72C}" type="presParOf" srcId="{CDFC6529-4A7F-41C3-9DFA-51421878E7D3}" destId="{532BDD0A-CD04-4154-814F-278AF1B25BBD}" srcOrd="2" destOrd="0" presId="urn:microsoft.com/office/officeart/2005/8/layout/orgChart1"/>
    <dgm:cxn modelId="{DFE45449-AA38-4751-92EB-E94BE924D65D}" type="presParOf" srcId="{F002F2E3-D890-45D9-94B1-117C2061BF32}" destId="{1DA3A52E-3A01-4BAF-915B-DBB69F659D40}" srcOrd="2" destOrd="0" presId="urn:microsoft.com/office/officeart/2005/8/layout/orgChart1"/>
    <dgm:cxn modelId="{78F37B27-CE2E-4A16-9254-CF0475D69850}" type="presParOf" srcId="{983F69DB-D844-44A5-B3B3-CFA171332645}" destId="{97F3061E-C7D1-4FDB-B5C7-77BA01B773BD}" srcOrd="2" destOrd="0" presId="urn:microsoft.com/office/officeart/2005/8/layout/orgChart1"/>
    <dgm:cxn modelId="{B78CB965-843F-4E3F-8E2E-73C824686158}" type="presParOf" srcId="{983F69DB-D844-44A5-B3B3-CFA171332645}" destId="{5433D060-C495-4A9D-8FB6-1DB7C7C08B5E}" srcOrd="3" destOrd="0" presId="urn:microsoft.com/office/officeart/2005/8/layout/orgChart1"/>
    <dgm:cxn modelId="{247C382B-7CBA-471E-88C2-322FA653AAD4}" type="presParOf" srcId="{5433D060-C495-4A9D-8FB6-1DB7C7C08B5E}" destId="{533B5091-A8CD-4A47-92CD-D5B6523432BE}" srcOrd="0" destOrd="0" presId="urn:microsoft.com/office/officeart/2005/8/layout/orgChart1"/>
    <dgm:cxn modelId="{7ED03599-1866-4873-84F9-79995FE62769}" type="presParOf" srcId="{533B5091-A8CD-4A47-92CD-D5B6523432BE}" destId="{20471472-B3C0-4A91-99A9-C63269FA192D}" srcOrd="0" destOrd="0" presId="urn:microsoft.com/office/officeart/2005/8/layout/orgChart1"/>
    <dgm:cxn modelId="{DE44B7FD-9119-42F0-9DA2-9E12BE55FBBE}" type="presParOf" srcId="{533B5091-A8CD-4A47-92CD-D5B6523432BE}" destId="{16011375-58E8-4ADD-A740-AA744278BE69}" srcOrd="1" destOrd="0" presId="urn:microsoft.com/office/officeart/2005/8/layout/orgChart1"/>
    <dgm:cxn modelId="{14057819-40C6-4E1D-A056-BED551BCFA50}" type="presParOf" srcId="{5433D060-C495-4A9D-8FB6-1DB7C7C08B5E}" destId="{EC285C2A-1803-4D08-8567-323CC89F7EB8}" srcOrd="1" destOrd="0" presId="urn:microsoft.com/office/officeart/2005/8/layout/orgChart1"/>
    <dgm:cxn modelId="{66CF103C-689D-40AF-A51D-769A0D8700EA}" type="presParOf" srcId="{EC285C2A-1803-4D08-8567-323CC89F7EB8}" destId="{23C91F35-7C89-48B8-8C07-7BAE3C552367}" srcOrd="0" destOrd="0" presId="urn:microsoft.com/office/officeart/2005/8/layout/orgChart1"/>
    <dgm:cxn modelId="{9BE53F5E-0661-4F25-87BA-E2B8828CED17}" type="presParOf" srcId="{EC285C2A-1803-4D08-8567-323CC89F7EB8}" destId="{67290157-781D-45A4-9415-1656F76ED1C6}" srcOrd="1" destOrd="0" presId="urn:microsoft.com/office/officeart/2005/8/layout/orgChart1"/>
    <dgm:cxn modelId="{238F4D63-E328-49E2-BDEC-4AA15F6F630E}" type="presParOf" srcId="{67290157-781D-45A4-9415-1656F76ED1C6}" destId="{3A918C73-195C-4B19-AC18-14CFEA92FDE9}" srcOrd="0" destOrd="0" presId="urn:microsoft.com/office/officeart/2005/8/layout/orgChart1"/>
    <dgm:cxn modelId="{D0953BAA-6F43-45A1-A7E2-801811580A94}" type="presParOf" srcId="{3A918C73-195C-4B19-AC18-14CFEA92FDE9}" destId="{B9EFE3C7-A4B3-4490-A5C8-8BE63D0E452D}" srcOrd="0" destOrd="0" presId="urn:microsoft.com/office/officeart/2005/8/layout/orgChart1"/>
    <dgm:cxn modelId="{B5C0C84B-F91A-452A-A4FA-9D22C412FD78}" type="presParOf" srcId="{3A918C73-195C-4B19-AC18-14CFEA92FDE9}" destId="{0A57852E-5A12-4F56-A8EC-0F1B981BD4AC}" srcOrd="1" destOrd="0" presId="urn:microsoft.com/office/officeart/2005/8/layout/orgChart1"/>
    <dgm:cxn modelId="{A9F378BE-8EFA-45DD-B65C-95B06570C170}" type="presParOf" srcId="{67290157-781D-45A4-9415-1656F76ED1C6}" destId="{E60D0E31-A74D-4343-BF45-9D522D636AF0}" srcOrd="1" destOrd="0" presId="urn:microsoft.com/office/officeart/2005/8/layout/orgChart1"/>
    <dgm:cxn modelId="{B41C14DB-D234-478D-BC84-5AAEECCD1B23}" type="presParOf" srcId="{67290157-781D-45A4-9415-1656F76ED1C6}" destId="{C0597695-BC22-43A2-831C-3B7E85169473}" srcOrd="2" destOrd="0" presId="urn:microsoft.com/office/officeart/2005/8/layout/orgChart1"/>
    <dgm:cxn modelId="{3AC0428F-2343-45A7-B2D0-2FE6054AA67B}" type="presParOf" srcId="{EC285C2A-1803-4D08-8567-323CC89F7EB8}" destId="{EF88976B-5CED-4E22-B9FD-1FFCA974F818}" srcOrd="2" destOrd="0" presId="urn:microsoft.com/office/officeart/2005/8/layout/orgChart1"/>
    <dgm:cxn modelId="{1BE4EECF-E7AF-4170-B882-AC5301813FF3}" type="presParOf" srcId="{EC285C2A-1803-4D08-8567-323CC89F7EB8}" destId="{F0B8B6DD-51A2-487F-9534-1E0C8297DB26}" srcOrd="3" destOrd="0" presId="urn:microsoft.com/office/officeart/2005/8/layout/orgChart1"/>
    <dgm:cxn modelId="{16B4A920-1BAE-4897-B880-D732EBD7A4DC}" type="presParOf" srcId="{F0B8B6DD-51A2-487F-9534-1E0C8297DB26}" destId="{93A2D5A4-DA6F-49C6-AE30-12C7996D9B50}" srcOrd="0" destOrd="0" presId="urn:microsoft.com/office/officeart/2005/8/layout/orgChart1"/>
    <dgm:cxn modelId="{58B2BD5F-303A-42C2-930A-745419953A80}" type="presParOf" srcId="{93A2D5A4-DA6F-49C6-AE30-12C7996D9B50}" destId="{4A4EAB34-DF0C-49E9-94BB-7591FABE1FE2}" srcOrd="0" destOrd="0" presId="urn:microsoft.com/office/officeart/2005/8/layout/orgChart1"/>
    <dgm:cxn modelId="{394A4A10-79E7-4282-9909-2FAF1F087672}" type="presParOf" srcId="{93A2D5A4-DA6F-49C6-AE30-12C7996D9B50}" destId="{0F260C69-017D-4DF5-AFAD-37048D77FB49}" srcOrd="1" destOrd="0" presId="urn:microsoft.com/office/officeart/2005/8/layout/orgChart1"/>
    <dgm:cxn modelId="{D26CFC03-228D-48F1-B846-5EAA444CCCE6}" type="presParOf" srcId="{F0B8B6DD-51A2-487F-9534-1E0C8297DB26}" destId="{8E12157D-7A82-41A8-AF8B-084D17311AF4}" srcOrd="1" destOrd="0" presId="urn:microsoft.com/office/officeart/2005/8/layout/orgChart1"/>
    <dgm:cxn modelId="{0008773B-6457-4FE4-A26E-57D5A7BB4A97}" type="presParOf" srcId="{F0B8B6DD-51A2-487F-9534-1E0C8297DB26}" destId="{EB28E03E-B847-4586-A296-9C47A6BA57D8}" srcOrd="2" destOrd="0" presId="urn:microsoft.com/office/officeart/2005/8/layout/orgChart1"/>
    <dgm:cxn modelId="{76D53A77-3D91-44A3-8327-F701CF9CCA68}" type="presParOf" srcId="{EC285C2A-1803-4D08-8567-323CC89F7EB8}" destId="{B926677A-065F-4637-B55E-F426D7208C2C}" srcOrd="4" destOrd="0" presId="urn:microsoft.com/office/officeart/2005/8/layout/orgChart1"/>
    <dgm:cxn modelId="{08E77837-1E01-4CF6-8621-74A5562E5EC1}" type="presParOf" srcId="{EC285C2A-1803-4D08-8567-323CC89F7EB8}" destId="{A67E854E-A403-4AFE-9BAC-D21501CC3D7E}" srcOrd="5" destOrd="0" presId="urn:microsoft.com/office/officeart/2005/8/layout/orgChart1"/>
    <dgm:cxn modelId="{4B047764-74B9-4C68-BDDE-97E1D3B4F775}" type="presParOf" srcId="{A67E854E-A403-4AFE-9BAC-D21501CC3D7E}" destId="{915E415E-26D2-473B-AAC2-F14692FC975F}" srcOrd="0" destOrd="0" presId="urn:microsoft.com/office/officeart/2005/8/layout/orgChart1"/>
    <dgm:cxn modelId="{FAB2EFC5-48B5-4BFE-AACB-43D0B15667EF}" type="presParOf" srcId="{915E415E-26D2-473B-AAC2-F14692FC975F}" destId="{F82EF610-E354-4048-86D1-C0CDDD2F7519}" srcOrd="0" destOrd="0" presId="urn:microsoft.com/office/officeart/2005/8/layout/orgChart1"/>
    <dgm:cxn modelId="{891BF9C2-C51F-4186-B76B-06775F6BD785}" type="presParOf" srcId="{915E415E-26D2-473B-AAC2-F14692FC975F}" destId="{210BCD4E-00CF-40F9-87EE-8BD70D183228}" srcOrd="1" destOrd="0" presId="urn:microsoft.com/office/officeart/2005/8/layout/orgChart1"/>
    <dgm:cxn modelId="{C0995E8C-C9BA-416E-B3D2-8DA9D95F4C97}" type="presParOf" srcId="{A67E854E-A403-4AFE-9BAC-D21501CC3D7E}" destId="{60074909-580B-40FE-B50B-2DD38257C19A}" srcOrd="1" destOrd="0" presId="urn:microsoft.com/office/officeart/2005/8/layout/orgChart1"/>
    <dgm:cxn modelId="{B954C29D-83CA-4D9F-8EB5-18F0C246B0B0}" type="presParOf" srcId="{A67E854E-A403-4AFE-9BAC-D21501CC3D7E}" destId="{E27B1CBD-B024-4544-9709-9C2D27CDDF12}" srcOrd="2" destOrd="0" presId="urn:microsoft.com/office/officeart/2005/8/layout/orgChart1"/>
    <dgm:cxn modelId="{46846372-013A-435B-9AEE-40AC2FE19E3E}" type="presParOf" srcId="{5433D060-C495-4A9D-8FB6-1DB7C7C08B5E}" destId="{BA2022B8-73F3-4BB8-81F2-1FCA0738C71C}" srcOrd="2" destOrd="0" presId="urn:microsoft.com/office/officeart/2005/8/layout/orgChart1"/>
    <dgm:cxn modelId="{D2A5274D-1D55-4ADB-AB7A-786434E1BF48}" type="presParOf" srcId="{983F69DB-D844-44A5-B3B3-CFA171332645}" destId="{66F62C5B-A7F8-4C6D-BA5C-3BB409FF16F1}" srcOrd="4" destOrd="0" presId="urn:microsoft.com/office/officeart/2005/8/layout/orgChart1"/>
    <dgm:cxn modelId="{509BAEFD-4C9B-4CC0-A6A0-4FBC070930B2}" type="presParOf" srcId="{983F69DB-D844-44A5-B3B3-CFA171332645}" destId="{7E285FFD-B2EB-4712-8BBD-5EB174876BC3}" srcOrd="5" destOrd="0" presId="urn:microsoft.com/office/officeart/2005/8/layout/orgChart1"/>
    <dgm:cxn modelId="{25E8D071-22F2-4A94-8195-ED63447798E3}" type="presParOf" srcId="{7E285FFD-B2EB-4712-8BBD-5EB174876BC3}" destId="{17F254C7-2965-40FC-95E5-0B58C6820DB4}" srcOrd="0" destOrd="0" presId="urn:microsoft.com/office/officeart/2005/8/layout/orgChart1"/>
    <dgm:cxn modelId="{61FF68BB-6A69-4D31-A750-D91BB6819B57}" type="presParOf" srcId="{17F254C7-2965-40FC-95E5-0B58C6820DB4}" destId="{08BB5DE4-BA43-4412-A7C1-9E480F859986}" srcOrd="0" destOrd="0" presId="urn:microsoft.com/office/officeart/2005/8/layout/orgChart1"/>
    <dgm:cxn modelId="{F469EACB-147C-49AC-B4DF-772512142402}" type="presParOf" srcId="{17F254C7-2965-40FC-95E5-0B58C6820DB4}" destId="{31644C75-99E5-4368-BE2C-0ADFBAA4250E}" srcOrd="1" destOrd="0" presId="urn:microsoft.com/office/officeart/2005/8/layout/orgChart1"/>
    <dgm:cxn modelId="{B99A1831-A6CA-43FE-838A-9398DAC03458}" type="presParOf" srcId="{7E285FFD-B2EB-4712-8BBD-5EB174876BC3}" destId="{26FB606B-340B-4F40-952A-2CFA5672A59B}" srcOrd="1" destOrd="0" presId="urn:microsoft.com/office/officeart/2005/8/layout/orgChart1"/>
    <dgm:cxn modelId="{0353B6A0-FB4B-4DE8-B723-0A3536279BF0}" type="presParOf" srcId="{26FB606B-340B-4F40-952A-2CFA5672A59B}" destId="{18330419-9415-4E63-9B90-8F2BE86D48D9}" srcOrd="0" destOrd="0" presId="urn:microsoft.com/office/officeart/2005/8/layout/orgChart1"/>
    <dgm:cxn modelId="{C693BA08-471A-4E46-867B-22D80B38B9B1}" type="presParOf" srcId="{26FB606B-340B-4F40-952A-2CFA5672A59B}" destId="{A4DCFDD3-A364-47AD-B4F3-1CDFEC1007D5}" srcOrd="1" destOrd="0" presId="urn:microsoft.com/office/officeart/2005/8/layout/orgChart1"/>
    <dgm:cxn modelId="{7B84EED4-34E5-494D-A37B-D53FE8D9D558}" type="presParOf" srcId="{A4DCFDD3-A364-47AD-B4F3-1CDFEC1007D5}" destId="{EA297787-D572-48D1-BE54-7CCD2BFF5894}" srcOrd="0" destOrd="0" presId="urn:microsoft.com/office/officeart/2005/8/layout/orgChart1"/>
    <dgm:cxn modelId="{232D4246-A9F9-4CDB-BD60-6AA0A79DD847}" type="presParOf" srcId="{EA297787-D572-48D1-BE54-7CCD2BFF5894}" destId="{65CBC808-F982-4D9E-9A0B-33913D5C1D2B}" srcOrd="0" destOrd="0" presId="urn:microsoft.com/office/officeart/2005/8/layout/orgChart1"/>
    <dgm:cxn modelId="{82D68DBF-D332-4A53-8A94-94CD5E02D354}" type="presParOf" srcId="{EA297787-D572-48D1-BE54-7CCD2BFF5894}" destId="{5D10EECA-5D72-447C-909C-4D4FFB2A08C8}" srcOrd="1" destOrd="0" presId="urn:microsoft.com/office/officeart/2005/8/layout/orgChart1"/>
    <dgm:cxn modelId="{8A31E397-D9C0-4624-85A0-4F97A5BF0448}" type="presParOf" srcId="{A4DCFDD3-A364-47AD-B4F3-1CDFEC1007D5}" destId="{3850BDC5-134F-4A69-81B5-23EE85D6F94C}" srcOrd="1" destOrd="0" presId="urn:microsoft.com/office/officeart/2005/8/layout/orgChart1"/>
    <dgm:cxn modelId="{0E663A38-DECE-4F52-9B0F-8F8D8A8E53D6}" type="presParOf" srcId="{A4DCFDD3-A364-47AD-B4F3-1CDFEC1007D5}" destId="{10E4B089-DE99-4252-949A-8C68E5B67D26}" srcOrd="2" destOrd="0" presId="urn:microsoft.com/office/officeart/2005/8/layout/orgChart1"/>
    <dgm:cxn modelId="{AB4D2FBB-2443-42CD-A771-44957110FB3D}" type="presParOf" srcId="{26FB606B-340B-4F40-952A-2CFA5672A59B}" destId="{FAC1FE89-BDEA-455E-89B3-FAE335D0FB6D}" srcOrd="2" destOrd="0" presId="urn:microsoft.com/office/officeart/2005/8/layout/orgChart1"/>
    <dgm:cxn modelId="{E5FE0366-7E0F-4A9F-88F5-578B026F2E64}" type="presParOf" srcId="{26FB606B-340B-4F40-952A-2CFA5672A59B}" destId="{963062A5-4860-4E3C-8554-CAA056D1E79D}" srcOrd="3" destOrd="0" presId="urn:microsoft.com/office/officeart/2005/8/layout/orgChart1"/>
    <dgm:cxn modelId="{796BC797-2DEC-4D24-955E-B8680FE83987}" type="presParOf" srcId="{963062A5-4860-4E3C-8554-CAA056D1E79D}" destId="{C816F076-DA70-463E-B62B-5A8D8DE04DEE}" srcOrd="0" destOrd="0" presId="urn:microsoft.com/office/officeart/2005/8/layout/orgChart1"/>
    <dgm:cxn modelId="{19452A9A-7185-47C3-AC0F-6B50B3220763}" type="presParOf" srcId="{C816F076-DA70-463E-B62B-5A8D8DE04DEE}" destId="{0B01C994-D244-4FD4-95FB-48D59F420F82}" srcOrd="0" destOrd="0" presId="urn:microsoft.com/office/officeart/2005/8/layout/orgChart1"/>
    <dgm:cxn modelId="{A86FD844-1986-43F1-AC3E-D61ADBDED35D}" type="presParOf" srcId="{C816F076-DA70-463E-B62B-5A8D8DE04DEE}" destId="{4723B2A3-F09D-4E57-A870-285A20813C35}" srcOrd="1" destOrd="0" presId="urn:microsoft.com/office/officeart/2005/8/layout/orgChart1"/>
    <dgm:cxn modelId="{CC199767-95F7-43E6-970A-A6707A302501}" type="presParOf" srcId="{963062A5-4860-4E3C-8554-CAA056D1E79D}" destId="{EB9F4547-5AF5-49BB-9CB8-F9BA3A7F8243}" srcOrd="1" destOrd="0" presId="urn:microsoft.com/office/officeart/2005/8/layout/orgChart1"/>
    <dgm:cxn modelId="{566CAC61-F3BC-4838-A7F1-0BD6AA50AB05}" type="presParOf" srcId="{963062A5-4860-4E3C-8554-CAA056D1E79D}" destId="{13F80973-1FF0-4947-8978-6DDB63C2CAB5}" srcOrd="2" destOrd="0" presId="urn:microsoft.com/office/officeart/2005/8/layout/orgChart1"/>
    <dgm:cxn modelId="{CEA3ECE0-0288-469B-A0C5-D418FF456C46}" type="presParOf" srcId="{26FB606B-340B-4F40-952A-2CFA5672A59B}" destId="{3C8A8DD0-C608-4BCE-A4CE-96A21EDDA4FC}" srcOrd="4" destOrd="0" presId="urn:microsoft.com/office/officeart/2005/8/layout/orgChart1"/>
    <dgm:cxn modelId="{8F2DEAC5-489F-4F6D-828C-7C3281116A13}" type="presParOf" srcId="{26FB606B-340B-4F40-952A-2CFA5672A59B}" destId="{97D1C4E6-0BF8-40DF-94BA-FC953D0ACE35}" srcOrd="5" destOrd="0" presId="urn:microsoft.com/office/officeart/2005/8/layout/orgChart1"/>
    <dgm:cxn modelId="{423047AB-20B5-4A60-8FAC-BBB1C1F3A06B}" type="presParOf" srcId="{97D1C4E6-0BF8-40DF-94BA-FC953D0ACE35}" destId="{3A499E03-8584-4555-A69C-DD6EDB0DD638}" srcOrd="0" destOrd="0" presId="urn:microsoft.com/office/officeart/2005/8/layout/orgChart1"/>
    <dgm:cxn modelId="{8CF6452B-3C5D-4D84-9135-A2B5F8005AFE}" type="presParOf" srcId="{3A499E03-8584-4555-A69C-DD6EDB0DD638}" destId="{9AB43AFC-6B20-4B83-90F6-DA8407232D38}" srcOrd="0" destOrd="0" presId="urn:microsoft.com/office/officeart/2005/8/layout/orgChart1"/>
    <dgm:cxn modelId="{D6884092-86B1-4B73-8AEA-41255D3B2774}" type="presParOf" srcId="{3A499E03-8584-4555-A69C-DD6EDB0DD638}" destId="{C39933FA-FBE0-4388-807A-B4DCE3B7FBE1}" srcOrd="1" destOrd="0" presId="urn:microsoft.com/office/officeart/2005/8/layout/orgChart1"/>
    <dgm:cxn modelId="{C7EABC76-7A3F-48D4-A6ED-65433B5EFE14}" type="presParOf" srcId="{97D1C4E6-0BF8-40DF-94BA-FC953D0ACE35}" destId="{F76754DC-D484-4FAB-B8D0-6306113F9F4B}" srcOrd="1" destOrd="0" presId="urn:microsoft.com/office/officeart/2005/8/layout/orgChart1"/>
    <dgm:cxn modelId="{FA118315-8AF3-4851-A097-326D35489228}" type="presParOf" srcId="{97D1C4E6-0BF8-40DF-94BA-FC953D0ACE35}" destId="{DA27FAFB-032F-4B35-9F91-F22EA0E7B326}" srcOrd="2" destOrd="0" presId="urn:microsoft.com/office/officeart/2005/8/layout/orgChart1"/>
    <dgm:cxn modelId="{81F92F54-3AA0-4823-B910-FA65D2C6DCB8}" type="presParOf" srcId="{26FB606B-340B-4F40-952A-2CFA5672A59B}" destId="{26CA5DE1-E5A3-4311-AB04-5AB7F6E1F888}" srcOrd="6" destOrd="0" presId="urn:microsoft.com/office/officeart/2005/8/layout/orgChart1"/>
    <dgm:cxn modelId="{B5F4BC47-5A41-4F85-BC3F-4180AF3FE103}" type="presParOf" srcId="{26FB606B-340B-4F40-952A-2CFA5672A59B}" destId="{F3C1E9CB-1829-4A3C-825C-DDC82189E5FF}" srcOrd="7" destOrd="0" presId="urn:microsoft.com/office/officeart/2005/8/layout/orgChart1"/>
    <dgm:cxn modelId="{6756BAA8-692A-4229-9647-DA1CA4F49457}" type="presParOf" srcId="{F3C1E9CB-1829-4A3C-825C-DDC82189E5FF}" destId="{D7EAF75F-A2AC-480D-9762-13C8132C2B70}" srcOrd="0" destOrd="0" presId="urn:microsoft.com/office/officeart/2005/8/layout/orgChart1"/>
    <dgm:cxn modelId="{1AE0F6A5-FCA2-41BA-B59B-8075073564D8}" type="presParOf" srcId="{D7EAF75F-A2AC-480D-9762-13C8132C2B70}" destId="{D44C3236-CC3D-4B5B-AA4C-7BC05CA4A2B4}" srcOrd="0" destOrd="0" presId="urn:microsoft.com/office/officeart/2005/8/layout/orgChart1"/>
    <dgm:cxn modelId="{662E887C-5E3C-4C0A-B47D-C5C1BCBCE350}" type="presParOf" srcId="{D7EAF75F-A2AC-480D-9762-13C8132C2B70}" destId="{0E235D28-689E-492B-BD93-97CC6BA7D234}" srcOrd="1" destOrd="0" presId="urn:microsoft.com/office/officeart/2005/8/layout/orgChart1"/>
    <dgm:cxn modelId="{BD8A756F-2C6A-429F-8D1D-885E18FA312F}" type="presParOf" srcId="{F3C1E9CB-1829-4A3C-825C-DDC82189E5FF}" destId="{0E852254-EEA0-47B8-A49F-27169CF7FD27}" srcOrd="1" destOrd="0" presId="urn:microsoft.com/office/officeart/2005/8/layout/orgChart1"/>
    <dgm:cxn modelId="{B65C24B3-370A-4EF3-B1A2-C9422C33FF7C}" type="presParOf" srcId="{F3C1E9CB-1829-4A3C-825C-DDC82189E5FF}" destId="{31475AD6-A8A5-4B14-AF24-CABD9FDA4ADF}" srcOrd="2" destOrd="0" presId="urn:microsoft.com/office/officeart/2005/8/layout/orgChart1"/>
    <dgm:cxn modelId="{A55233E1-4204-4E88-B08D-7F5B7A69B466}" type="presParOf" srcId="{7E285FFD-B2EB-4712-8BBD-5EB174876BC3}" destId="{0E8C06DF-D22F-427F-A95A-9EB5E6E0C5EC}" srcOrd="2" destOrd="0" presId="urn:microsoft.com/office/officeart/2005/8/layout/orgChart1"/>
    <dgm:cxn modelId="{E5FD74ED-229C-404B-BCA4-83DB18DA053E}" type="presParOf" srcId="{B93DF3C6-56FB-4CAB-AA65-7C86DCB64CDA}" destId="{C5BD99E1-200F-4152-82AB-F11C7AF5F21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66421B-CE5E-4368-AC18-69E83E963882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195E0961-F06B-4E34-A089-8B7251B6959F}">
      <dgm:prSet phldrT="[Текст]"/>
      <dgm:spPr/>
      <dgm:t>
        <a:bodyPr/>
        <a:lstStyle/>
        <a:p>
          <a:r>
            <a:rPr lang="ru-RU"/>
            <a:t>Директор мастерской</a:t>
          </a:r>
        </a:p>
      </dgm:t>
    </dgm:pt>
    <dgm:pt modelId="{E8068C79-A17B-4300-90AD-484A6521DB78}" type="parTrans" cxnId="{C9372B43-58B7-43D1-9F53-6AB88462D580}">
      <dgm:prSet/>
      <dgm:spPr/>
      <dgm:t>
        <a:bodyPr/>
        <a:lstStyle/>
        <a:p>
          <a:endParaRPr lang="ru-RU"/>
        </a:p>
      </dgm:t>
    </dgm:pt>
    <dgm:pt modelId="{81D66A93-3403-4AFB-988F-AD74CB561D67}" type="sibTrans" cxnId="{C9372B43-58B7-43D1-9F53-6AB88462D580}">
      <dgm:prSet/>
      <dgm:spPr/>
      <dgm:t>
        <a:bodyPr/>
        <a:lstStyle/>
        <a:p>
          <a:endParaRPr lang="ru-RU"/>
        </a:p>
      </dgm:t>
    </dgm:pt>
    <dgm:pt modelId="{91ECA452-327F-4E50-9308-3935EB294F22}">
      <dgm:prSet phldrT="[Текст]"/>
      <dgm:spPr/>
      <dgm:t>
        <a:bodyPr/>
        <a:lstStyle/>
        <a:p>
          <a:r>
            <a:rPr lang="ru-RU"/>
            <a:t>Менеджер по обслуживанию клиентов</a:t>
          </a:r>
        </a:p>
      </dgm:t>
    </dgm:pt>
    <dgm:pt modelId="{A674F81C-C752-4006-B007-99644703C237}" type="parTrans" cxnId="{72F3E876-4638-45FE-95E8-FA25AD3FD7C5}">
      <dgm:prSet/>
      <dgm:spPr/>
      <dgm:t>
        <a:bodyPr/>
        <a:lstStyle/>
        <a:p>
          <a:endParaRPr lang="ru-RU"/>
        </a:p>
      </dgm:t>
    </dgm:pt>
    <dgm:pt modelId="{57EC97DF-1D39-4BD4-AB27-0EAD1CD1A98A}" type="sibTrans" cxnId="{72F3E876-4638-45FE-95E8-FA25AD3FD7C5}">
      <dgm:prSet/>
      <dgm:spPr/>
      <dgm:t>
        <a:bodyPr/>
        <a:lstStyle/>
        <a:p>
          <a:endParaRPr lang="ru-RU"/>
        </a:p>
      </dgm:t>
    </dgm:pt>
    <dgm:pt modelId="{08CAC8E0-3B83-42D5-A08E-00C08679E9D6}">
      <dgm:prSet phldrT="[Текст]"/>
      <dgm:spPr/>
      <dgm:t>
        <a:bodyPr/>
        <a:lstStyle/>
        <a:p>
          <a:r>
            <a:rPr lang="ru-RU"/>
            <a:t>Менеджер производственного участка</a:t>
          </a:r>
        </a:p>
      </dgm:t>
    </dgm:pt>
    <dgm:pt modelId="{A7FA0D57-0482-4A70-8F4A-9397797C0087}" type="parTrans" cxnId="{206FD867-4167-4757-B1B0-AB142FEA5692}">
      <dgm:prSet/>
      <dgm:spPr/>
      <dgm:t>
        <a:bodyPr/>
        <a:lstStyle/>
        <a:p>
          <a:endParaRPr lang="ru-RU"/>
        </a:p>
      </dgm:t>
    </dgm:pt>
    <dgm:pt modelId="{0F8D273E-A843-40B1-ADE7-9F1AB49932ED}" type="sibTrans" cxnId="{206FD867-4167-4757-B1B0-AB142FEA5692}">
      <dgm:prSet/>
      <dgm:spPr/>
      <dgm:t>
        <a:bodyPr/>
        <a:lstStyle/>
        <a:p>
          <a:endParaRPr lang="ru-RU"/>
        </a:p>
      </dgm:t>
    </dgm:pt>
    <dgm:pt modelId="{7FBF02C5-C037-48DA-8250-8870B7E81E84}">
      <dgm:prSet phldrT="[Текст]"/>
      <dgm:spPr/>
      <dgm:t>
        <a:bodyPr/>
        <a:lstStyle/>
        <a:p>
          <a:r>
            <a:rPr lang="ru-RU"/>
            <a:t>Приёмщик заказов</a:t>
          </a:r>
        </a:p>
      </dgm:t>
    </dgm:pt>
    <dgm:pt modelId="{790F9232-47E8-40F8-B308-5EE735BFB263}" type="parTrans" cxnId="{80986E68-9DBB-4C98-AEED-66AB599779EB}">
      <dgm:prSet/>
      <dgm:spPr/>
      <dgm:t>
        <a:bodyPr/>
        <a:lstStyle/>
        <a:p>
          <a:endParaRPr lang="ru-RU"/>
        </a:p>
      </dgm:t>
    </dgm:pt>
    <dgm:pt modelId="{6B68BF62-B516-41DD-B6D8-40182CAC43EF}" type="sibTrans" cxnId="{80986E68-9DBB-4C98-AEED-66AB599779EB}">
      <dgm:prSet/>
      <dgm:spPr/>
      <dgm:t>
        <a:bodyPr/>
        <a:lstStyle/>
        <a:p>
          <a:endParaRPr lang="ru-RU"/>
        </a:p>
      </dgm:t>
    </dgm:pt>
    <dgm:pt modelId="{2FB272CE-4553-4644-92C7-ECE3D9C7E42A}">
      <dgm:prSet phldrT="[Текст]"/>
      <dgm:spPr/>
      <dgm:t>
        <a:bodyPr/>
        <a:lstStyle/>
        <a:p>
          <a:r>
            <a:rPr lang="ru-RU"/>
            <a:t>Упаковщик</a:t>
          </a:r>
        </a:p>
      </dgm:t>
    </dgm:pt>
    <dgm:pt modelId="{F9DE3B25-2823-4A46-9DF0-E3D3EBBF01ED}" type="parTrans" cxnId="{9B5E47D8-AF96-4AD7-837F-68A534281EF8}">
      <dgm:prSet/>
      <dgm:spPr/>
      <dgm:t>
        <a:bodyPr/>
        <a:lstStyle/>
        <a:p>
          <a:endParaRPr lang="ru-RU"/>
        </a:p>
      </dgm:t>
    </dgm:pt>
    <dgm:pt modelId="{BBEEC37F-7596-42F6-90CF-D8BDE88EC46F}" type="sibTrans" cxnId="{9B5E47D8-AF96-4AD7-837F-68A534281EF8}">
      <dgm:prSet/>
      <dgm:spPr/>
      <dgm:t>
        <a:bodyPr/>
        <a:lstStyle/>
        <a:p>
          <a:endParaRPr lang="ru-RU"/>
        </a:p>
      </dgm:t>
    </dgm:pt>
    <dgm:pt modelId="{ED6C8C66-85C3-4E49-931C-DB5AA0B66FA9}">
      <dgm:prSet phldrT="[Текст]"/>
      <dgm:spPr/>
      <dgm:t>
        <a:bodyPr/>
        <a:lstStyle/>
        <a:p>
          <a:r>
            <a:rPr lang="ru-RU"/>
            <a:t>Специалист по учёту и информированию клиентов</a:t>
          </a:r>
        </a:p>
      </dgm:t>
    </dgm:pt>
    <dgm:pt modelId="{CF4C890F-680E-4A8B-8F90-C81C6767F40B}" type="parTrans" cxnId="{4AD9EC9D-F113-4EED-8560-9D768F03941E}">
      <dgm:prSet/>
      <dgm:spPr/>
      <dgm:t>
        <a:bodyPr/>
        <a:lstStyle/>
        <a:p>
          <a:endParaRPr lang="ru-RU"/>
        </a:p>
      </dgm:t>
    </dgm:pt>
    <dgm:pt modelId="{1C71F096-7958-432C-A7DE-6250DC83A86F}" type="sibTrans" cxnId="{4AD9EC9D-F113-4EED-8560-9D768F03941E}">
      <dgm:prSet/>
      <dgm:spPr/>
      <dgm:t>
        <a:bodyPr/>
        <a:lstStyle/>
        <a:p>
          <a:endParaRPr lang="ru-RU"/>
        </a:p>
      </dgm:t>
    </dgm:pt>
    <dgm:pt modelId="{1C1C5896-DBBB-4EC6-A747-25A691C29A3A}">
      <dgm:prSet phldrT="[Текст]"/>
      <dgm:spPr/>
      <dgm:t>
        <a:bodyPr/>
        <a:lstStyle/>
        <a:p>
          <a:r>
            <a:rPr lang="ru-RU"/>
            <a:t>Старший мастер </a:t>
          </a:r>
        </a:p>
      </dgm:t>
    </dgm:pt>
    <dgm:pt modelId="{41BE14E3-1C54-4A38-B30C-FE66294AFBFA}" type="parTrans" cxnId="{DFC76712-6260-47C8-9216-6AC375E41BB7}">
      <dgm:prSet/>
      <dgm:spPr/>
      <dgm:t>
        <a:bodyPr/>
        <a:lstStyle/>
        <a:p>
          <a:endParaRPr lang="ru-RU"/>
        </a:p>
      </dgm:t>
    </dgm:pt>
    <dgm:pt modelId="{EB955ACC-D551-419A-991B-754D34AA37D3}" type="sibTrans" cxnId="{DFC76712-6260-47C8-9216-6AC375E41BB7}">
      <dgm:prSet/>
      <dgm:spPr/>
      <dgm:t>
        <a:bodyPr/>
        <a:lstStyle/>
        <a:p>
          <a:endParaRPr lang="ru-RU"/>
        </a:p>
      </dgm:t>
    </dgm:pt>
    <dgm:pt modelId="{2BB548AA-F665-4F14-B3E3-99B3BD89F48E}">
      <dgm:prSet phldrT="[Текст]"/>
      <dgm:spPr/>
      <dgm:t>
        <a:bodyPr/>
        <a:lstStyle/>
        <a:p>
          <a:r>
            <a:rPr lang="ru-RU"/>
            <a:t>мастер </a:t>
          </a:r>
        </a:p>
      </dgm:t>
    </dgm:pt>
    <dgm:pt modelId="{218B6601-744F-4162-9160-F5B32141B98A}" type="parTrans" cxnId="{99427ABF-3137-4212-B37F-5FBF6F9E31C3}">
      <dgm:prSet/>
      <dgm:spPr/>
      <dgm:t>
        <a:bodyPr/>
        <a:lstStyle/>
        <a:p>
          <a:endParaRPr lang="ru-RU"/>
        </a:p>
      </dgm:t>
    </dgm:pt>
    <dgm:pt modelId="{C9666A62-34F0-4879-8BC0-1262D25240B2}" type="sibTrans" cxnId="{99427ABF-3137-4212-B37F-5FBF6F9E31C3}">
      <dgm:prSet/>
      <dgm:spPr/>
      <dgm:t>
        <a:bodyPr/>
        <a:lstStyle/>
        <a:p>
          <a:endParaRPr lang="ru-RU"/>
        </a:p>
      </dgm:t>
    </dgm:pt>
    <dgm:pt modelId="{25257D0E-80B9-4331-BDEB-7A06AF5A99B5}">
      <dgm:prSet phldrT="[Текст]"/>
      <dgm:spPr/>
      <dgm:t>
        <a:bodyPr/>
        <a:lstStyle/>
        <a:p>
          <a:r>
            <a:rPr lang="ru-RU"/>
            <a:t>контролёр качества</a:t>
          </a:r>
        </a:p>
      </dgm:t>
    </dgm:pt>
    <dgm:pt modelId="{6C2AB688-38EC-4789-AF49-70029C75F5C3}" type="parTrans" cxnId="{136DD0C4-936A-4ED0-A41A-A4267E87F427}">
      <dgm:prSet/>
      <dgm:spPr/>
      <dgm:t>
        <a:bodyPr/>
        <a:lstStyle/>
        <a:p>
          <a:endParaRPr lang="ru-RU"/>
        </a:p>
      </dgm:t>
    </dgm:pt>
    <dgm:pt modelId="{5BC78CD8-52F6-4B95-8BB5-794388175F6D}" type="sibTrans" cxnId="{136DD0C4-936A-4ED0-A41A-A4267E87F427}">
      <dgm:prSet/>
      <dgm:spPr/>
      <dgm:t>
        <a:bodyPr/>
        <a:lstStyle/>
        <a:p>
          <a:endParaRPr lang="ru-RU"/>
        </a:p>
      </dgm:t>
    </dgm:pt>
    <dgm:pt modelId="{4DF9D701-F1BB-45DC-B2F5-AE13864B3536}" type="pres">
      <dgm:prSet presAssocID="{DB66421B-CE5E-4368-AC18-69E83E9638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4615C8-3408-4342-A6D6-ECD3E53D4114}" type="pres">
      <dgm:prSet presAssocID="{195E0961-F06B-4E34-A089-8B7251B6959F}" presName="hierRoot1" presStyleCnt="0">
        <dgm:presLayoutVars>
          <dgm:hierBranch val="init"/>
        </dgm:presLayoutVars>
      </dgm:prSet>
      <dgm:spPr/>
    </dgm:pt>
    <dgm:pt modelId="{440F6F51-9D66-4341-862F-62468A8C093B}" type="pres">
      <dgm:prSet presAssocID="{195E0961-F06B-4E34-A089-8B7251B6959F}" presName="rootComposite1" presStyleCnt="0"/>
      <dgm:spPr/>
    </dgm:pt>
    <dgm:pt modelId="{6B42C614-53AF-4ED5-9893-52CDC0762B14}" type="pres">
      <dgm:prSet presAssocID="{195E0961-F06B-4E34-A089-8B7251B6959F}" presName="rootText1" presStyleLbl="node0" presStyleIdx="0" presStyleCnt="1">
        <dgm:presLayoutVars>
          <dgm:chPref val="3"/>
        </dgm:presLayoutVars>
      </dgm:prSet>
      <dgm:spPr/>
    </dgm:pt>
    <dgm:pt modelId="{0F469DAE-E30F-4BC8-89FA-D9FB1B9B39B6}" type="pres">
      <dgm:prSet presAssocID="{195E0961-F06B-4E34-A089-8B7251B6959F}" presName="rootConnector1" presStyleLbl="node1" presStyleIdx="0" presStyleCnt="0"/>
      <dgm:spPr/>
    </dgm:pt>
    <dgm:pt modelId="{349C0BAA-9A44-4E62-B1A8-79ABB7B05594}" type="pres">
      <dgm:prSet presAssocID="{195E0961-F06B-4E34-A089-8B7251B6959F}" presName="hierChild2" presStyleCnt="0"/>
      <dgm:spPr/>
    </dgm:pt>
    <dgm:pt modelId="{BCCCA7F3-A86B-4257-994C-AF5A50892546}" type="pres">
      <dgm:prSet presAssocID="{A674F81C-C752-4006-B007-99644703C237}" presName="Name37" presStyleLbl="parChTrans1D2" presStyleIdx="0" presStyleCnt="2"/>
      <dgm:spPr/>
    </dgm:pt>
    <dgm:pt modelId="{4CB5498B-3D34-4EB3-88CF-F9707D5E0674}" type="pres">
      <dgm:prSet presAssocID="{91ECA452-327F-4E50-9308-3935EB294F22}" presName="hierRoot2" presStyleCnt="0">
        <dgm:presLayoutVars>
          <dgm:hierBranch val="init"/>
        </dgm:presLayoutVars>
      </dgm:prSet>
      <dgm:spPr/>
    </dgm:pt>
    <dgm:pt modelId="{A831856D-EEA8-49C6-90FC-C3A1EDE0A46D}" type="pres">
      <dgm:prSet presAssocID="{91ECA452-327F-4E50-9308-3935EB294F22}" presName="rootComposite" presStyleCnt="0"/>
      <dgm:spPr/>
    </dgm:pt>
    <dgm:pt modelId="{193BBB76-DFB6-4A22-93D1-C0CDDC8B44EB}" type="pres">
      <dgm:prSet presAssocID="{91ECA452-327F-4E50-9308-3935EB294F22}" presName="rootText" presStyleLbl="node2" presStyleIdx="0" presStyleCnt="2">
        <dgm:presLayoutVars>
          <dgm:chPref val="3"/>
        </dgm:presLayoutVars>
      </dgm:prSet>
      <dgm:spPr/>
    </dgm:pt>
    <dgm:pt modelId="{11976D41-F0C0-4FB4-B373-9180C70BC503}" type="pres">
      <dgm:prSet presAssocID="{91ECA452-327F-4E50-9308-3935EB294F22}" presName="rootConnector" presStyleLbl="node2" presStyleIdx="0" presStyleCnt="2"/>
      <dgm:spPr/>
    </dgm:pt>
    <dgm:pt modelId="{44D4B3B0-DAD7-478B-A312-F8540AC4C8ED}" type="pres">
      <dgm:prSet presAssocID="{91ECA452-327F-4E50-9308-3935EB294F22}" presName="hierChild4" presStyleCnt="0"/>
      <dgm:spPr/>
    </dgm:pt>
    <dgm:pt modelId="{A39DF02C-001A-4B3B-B69D-C942B6CA9FDC}" type="pres">
      <dgm:prSet presAssocID="{790F9232-47E8-40F8-B308-5EE735BFB263}" presName="Name37" presStyleLbl="parChTrans1D3" presStyleIdx="0" presStyleCnt="6"/>
      <dgm:spPr/>
    </dgm:pt>
    <dgm:pt modelId="{195F5220-51CB-4484-8C19-464E1DB308FC}" type="pres">
      <dgm:prSet presAssocID="{7FBF02C5-C037-48DA-8250-8870B7E81E84}" presName="hierRoot2" presStyleCnt="0">
        <dgm:presLayoutVars>
          <dgm:hierBranch val="init"/>
        </dgm:presLayoutVars>
      </dgm:prSet>
      <dgm:spPr/>
    </dgm:pt>
    <dgm:pt modelId="{F49B5FBD-9A48-4AB8-BCBE-DA37EEA58092}" type="pres">
      <dgm:prSet presAssocID="{7FBF02C5-C037-48DA-8250-8870B7E81E84}" presName="rootComposite" presStyleCnt="0"/>
      <dgm:spPr/>
    </dgm:pt>
    <dgm:pt modelId="{E2BC4162-96DD-42A1-91AB-67ED77CC910F}" type="pres">
      <dgm:prSet presAssocID="{7FBF02C5-C037-48DA-8250-8870B7E81E84}" presName="rootText" presStyleLbl="node3" presStyleIdx="0" presStyleCnt="6">
        <dgm:presLayoutVars>
          <dgm:chPref val="3"/>
        </dgm:presLayoutVars>
      </dgm:prSet>
      <dgm:spPr/>
    </dgm:pt>
    <dgm:pt modelId="{23AA5F3A-6BC0-4CDC-A0C2-BB5197DC7971}" type="pres">
      <dgm:prSet presAssocID="{7FBF02C5-C037-48DA-8250-8870B7E81E84}" presName="rootConnector" presStyleLbl="node3" presStyleIdx="0" presStyleCnt="6"/>
      <dgm:spPr/>
    </dgm:pt>
    <dgm:pt modelId="{1EEA4C3B-201E-4AE9-B4CC-3BBDD20F179C}" type="pres">
      <dgm:prSet presAssocID="{7FBF02C5-C037-48DA-8250-8870B7E81E84}" presName="hierChild4" presStyleCnt="0"/>
      <dgm:spPr/>
    </dgm:pt>
    <dgm:pt modelId="{4BB1DC2C-1A74-476C-AC3A-F11D6EB91E2B}" type="pres">
      <dgm:prSet presAssocID="{7FBF02C5-C037-48DA-8250-8870B7E81E84}" presName="hierChild5" presStyleCnt="0"/>
      <dgm:spPr/>
    </dgm:pt>
    <dgm:pt modelId="{D693117E-1EF0-4451-A85A-3DA38604087E}" type="pres">
      <dgm:prSet presAssocID="{F9DE3B25-2823-4A46-9DF0-E3D3EBBF01ED}" presName="Name37" presStyleLbl="parChTrans1D3" presStyleIdx="1" presStyleCnt="6"/>
      <dgm:spPr/>
    </dgm:pt>
    <dgm:pt modelId="{050ED10C-4369-488E-8016-46E2708ED116}" type="pres">
      <dgm:prSet presAssocID="{2FB272CE-4553-4644-92C7-ECE3D9C7E42A}" presName="hierRoot2" presStyleCnt="0">
        <dgm:presLayoutVars>
          <dgm:hierBranch val="init"/>
        </dgm:presLayoutVars>
      </dgm:prSet>
      <dgm:spPr/>
    </dgm:pt>
    <dgm:pt modelId="{3B98E1BD-2167-480F-82D9-A48B0F94D599}" type="pres">
      <dgm:prSet presAssocID="{2FB272CE-4553-4644-92C7-ECE3D9C7E42A}" presName="rootComposite" presStyleCnt="0"/>
      <dgm:spPr/>
    </dgm:pt>
    <dgm:pt modelId="{EE128868-D5A8-4B12-8655-970D3E7CD272}" type="pres">
      <dgm:prSet presAssocID="{2FB272CE-4553-4644-92C7-ECE3D9C7E42A}" presName="rootText" presStyleLbl="node3" presStyleIdx="1" presStyleCnt="6">
        <dgm:presLayoutVars>
          <dgm:chPref val="3"/>
        </dgm:presLayoutVars>
      </dgm:prSet>
      <dgm:spPr/>
    </dgm:pt>
    <dgm:pt modelId="{1ED1AB57-D2CB-444D-A292-797DF8B1B7A1}" type="pres">
      <dgm:prSet presAssocID="{2FB272CE-4553-4644-92C7-ECE3D9C7E42A}" presName="rootConnector" presStyleLbl="node3" presStyleIdx="1" presStyleCnt="6"/>
      <dgm:spPr/>
    </dgm:pt>
    <dgm:pt modelId="{B1EC4DFA-B075-4A32-9F22-3DE2EBCAB230}" type="pres">
      <dgm:prSet presAssocID="{2FB272CE-4553-4644-92C7-ECE3D9C7E42A}" presName="hierChild4" presStyleCnt="0"/>
      <dgm:spPr/>
    </dgm:pt>
    <dgm:pt modelId="{EB916E36-16E8-4A06-9FF2-5F656F81AF52}" type="pres">
      <dgm:prSet presAssocID="{2FB272CE-4553-4644-92C7-ECE3D9C7E42A}" presName="hierChild5" presStyleCnt="0"/>
      <dgm:spPr/>
    </dgm:pt>
    <dgm:pt modelId="{2A73E2F9-FF91-4ED3-B1FE-92ED4D75B3F5}" type="pres">
      <dgm:prSet presAssocID="{CF4C890F-680E-4A8B-8F90-C81C6767F40B}" presName="Name37" presStyleLbl="parChTrans1D3" presStyleIdx="2" presStyleCnt="6"/>
      <dgm:spPr/>
    </dgm:pt>
    <dgm:pt modelId="{AC868427-4A2F-4CD6-8E1C-1074ADB607CF}" type="pres">
      <dgm:prSet presAssocID="{ED6C8C66-85C3-4E49-931C-DB5AA0B66FA9}" presName="hierRoot2" presStyleCnt="0">
        <dgm:presLayoutVars>
          <dgm:hierBranch val="init"/>
        </dgm:presLayoutVars>
      </dgm:prSet>
      <dgm:spPr/>
    </dgm:pt>
    <dgm:pt modelId="{6278A904-B65F-4418-9275-C7BD3946D9C8}" type="pres">
      <dgm:prSet presAssocID="{ED6C8C66-85C3-4E49-931C-DB5AA0B66FA9}" presName="rootComposite" presStyleCnt="0"/>
      <dgm:spPr/>
    </dgm:pt>
    <dgm:pt modelId="{BFC485B5-0D10-4F95-A119-42B84ACF66FF}" type="pres">
      <dgm:prSet presAssocID="{ED6C8C66-85C3-4E49-931C-DB5AA0B66FA9}" presName="rootText" presStyleLbl="node3" presStyleIdx="2" presStyleCnt="6">
        <dgm:presLayoutVars>
          <dgm:chPref val="3"/>
        </dgm:presLayoutVars>
      </dgm:prSet>
      <dgm:spPr/>
    </dgm:pt>
    <dgm:pt modelId="{D60CF977-A926-4117-84AC-431CC19FAC9E}" type="pres">
      <dgm:prSet presAssocID="{ED6C8C66-85C3-4E49-931C-DB5AA0B66FA9}" presName="rootConnector" presStyleLbl="node3" presStyleIdx="2" presStyleCnt="6"/>
      <dgm:spPr/>
    </dgm:pt>
    <dgm:pt modelId="{7795704B-1140-4D82-BEAC-839B3B035D3F}" type="pres">
      <dgm:prSet presAssocID="{ED6C8C66-85C3-4E49-931C-DB5AA0B66FA9}" presName="hierChild4" presStyleCnt="0"/>
      <dgm:spPr/>
    </dgm:pt>
    <dgm:pt modelId="{3FA7A380-4B48-4795-A77C-135DA8DCE353}" type="pres">
      <dgm:prSet presAssocID="{ED6C8C66-85C3-4E49-931C-DB5AA0B66FA9}" presName="hierChild5" presStyleCnt="0"/>
      <dgm:spPr/>
    </dgm:pt>
    <dgm:pt modelId="{2690CF81-6D19-4701-8218-5A50D84ABFFB}" type="pres">
      <dgm:prSet presAssocID="{91ECA452-327F-4E50-9308-3935EB294F22}" presName="hierChild5" presStyleCnt="0"/>
      <dgm:spPr/>
    </dgm:pt>
    <dgm:pt modelId="{2703A82E-5EDD-446E-8885-6CC27C670929}" type="pres">
      <dgm:prSet presAssocID="{A7FA0D57-0482-4A70-8F4A-9397797C0087}" presName="Name37" presStyleLbl="parChTrans1D2" presStyleIdx="1" presStyleCnt="2"/>
      <dgm:spPr/>
    </dgm:pt>
    <dgm:pt modelId="{45F3B624-AEB5-4803-9A71-FBA3F5FDB9DB}" type="pres">
      <dgm:prSet presAssocID="{08CAC8E0-3B83-42D5-A08E-00C08679E9D6}" presName="hierRoot2" presStyleCnt="0">
        <dgm:presLayoutVars>
          <dgm:hierBranch val="init"/>
        </dgm:presLayoutVars>
      </dgm:prSet>
      <dgm:spPr/>
    </dgm:pt>
    <dgm:pt modelId="{A95512CA-B784-4F2A-B550-87DF11A9FB49}" type="pres">
      <dgm:prSet presAssocID="{08CAC8E0-3B83-42D5-A08E-00C08679E9D6}" presName="rootComposite" presStyleCnt="0"/>
      <dgm:spPr/>
    </dgm:pt>
    <dgm:pt modelId="{1B87C383-AE45-4A71-B705-7BCB084EA980}" type="pres">
      <dgm:prSet presAssocID="{08CAC8E0-3B83-42D5-A08E-00C08679E9D6}" presName="rootText" presStyleLbl="node2" presStyleIdx="1" presStyleCnt="2">
        <dgm:presLayoutVars>
          <dgm:chPref val="3"/>
        </dgm:presLayoutVars>
      </dgm:prSet>
      <dgm:spPr/>
    </dgm:pt>
    <dgm:pt modelId="{1FEAA3D0-CD4C-4F5D-931F-5374DADAEFDE}" type="pres">
      <dgm:prSet presAssocID="{08CAC8E0-3B83-42D5-A08E-00C08679E9D6}" presName="rootConnector" presStyleLbl="node2" presStyleIdx="1" presStyleCnt="2"/>
      <dgm:spPr/>
    </dgm:pt>
    <dgm:pt modelId="{060B21A4-0E7D-498B-960F-E397FD98DB72}" type="pres">
      <dgm:prSet presAssocID="{08CAC8E0-3B83-42D5-A08E-00C08679E9D6}" presName="hierChild4" presStyleCnt="0"/>
      <dgm:spPr/>
    </dgm:pt>
    <dgm:pt modelId="{C23AD826-DE47-4061-816B-E19000D2CD97}" type="pres">
      <dgm:prSet presAssocID="{41BE14E3-1C54-4A38-B30C-FE66294AFBFA}" presName="Name37" presStyleLbl="parChTrans1D3" presStyleIdx="3" presStyleCnt="6"/>
      <dgm:spPr/>
    </dgm:pt>
    <dgm:pt modelId="{496BFFAD-A6C9-4109-9F8C-1788CA38A149}" type="pres">
      <dgm:prSet presAssocID="{1C1C5896-DBBB-4EC6-A747-25A691C29A3A}" presName="hierRoot2" presStyleCnt="0">
        <dgm:presLayoutVars>
          <dgm:hierBranch val="init"/>
        </dgm:presLayoutVars>
      </dgm:prSet>
      <dgm:spPr/>
    </dgm:pt>
    <dgm:pt modelId="{0567CB07-B090-40BD-9D54-43074E62B996}" type="pres">
      <dgm:prSet presAssocID="{1C1C5896-DBBB-4EC6-A747-25A691C29A3A}" presName="rootComposite" presStyleCnt="0"/>
      <dgm:spPr/>
    </dgm:pt>
    <dgm:pt modelId="{3C4FE161-BCED-46F5-8A7A-93D7658F3563}" type="pres">
      <dgm:prSet presAssocID="{1C1C5896-DBBB-4EC6-A747-25A691C29A3A}" presName="rootText" presStyleLbl="node3" presStyleIdx="3" presStyleCnt="6">
        <dgm:presLayoutVars>
          <dgm:chPref val="3"/>
        </dgm:presLayoutVars>
      </dgm:prSet>
      <dgm:spPr/>
    </dgm:pt>
    <dgm:pt modelId="{1D28751D-6015-4E08-93BE-44F8ECB32C4F}" type="pres">
      <dgm:prSet presAssocID="{1C1C5896-DBBB-4EC6-A747-25A691C29A3A}" presName="rootConnector" presStyleLbl="node3" presStyleIdx="3" presStyleCnt="6"/>
      <dgm:spPr/>
    </dgm:pt>
    <dgm:pt modelId="{794C1CFC-9EE7-4495-95EE-5B20980A2721}" type="pres">
      <dgm:prSet presAssocID="{1C1C5896-DBBB-4EC6-A747-25A691C29A3A}" presName="hierChild4" presStyleCnt="0"/>
      <dgm:spPr/>
    </dgm:pt>
    <dgm:pt modelId="{F0FA4B39-55BD-4D15-B7FE-BE5F943E7C5F}" type="pres">
      <dgm:prSet presAssocID="{1C1C5896-DBBB-4EC6-A747-25A691C29A3A}" presName="hierChild5" presStyleCnt="0"/>
      <dgm:spPr/>
    </dgm:pt>
    <dgm:pt modelId="{EC338A1F-8CE6-4A44-B8F7-71ED7B33A979}" type="pres">
      <dgm:prSet presAssocID="{218B6601-744F-4162-9160-F5B32141B98A}" presName="Name37" presStyleLbl="parChTrans1D3" presStyleIdx="4" presStyleCnt="6"/>
      <dgm:spPr/>
    </dgm:pt>
    <dgm:pt modelId="{CA2D899C-0A1C-4908-870B-E913AE5F9D88}" type="pres">
      <dgm:prSet presAssocID="{2BB548AA-F665-4F14-B3E3-99B3BD89F48E}" presName="hierRoot2" presStyleCnt="0">
        <dgm:presLayoutVars>
          <dgm:hierBranch val="init"/>
        </dgm:presLayoutVars>
      </dgm:prSet>
      <dgm:spPr/>
    </dgm:pt>
    <dgm:pt modelId="{1B922662-39D1-4911-837E-1AE7333944FD}" type="pres">
      <dgm:prSet presAssocID="{2BB548AA-F665-4F14-B3E3-99B3BD89F48E}" presName="rootComposite" presStyleCnt="0"/>
      <dgm:spPr/>
    </dgm:pt>
    <dgm:pt modelId="{3D6CF784-0BB4-49D5-A479-51FD39582457}" type="pres">
      <dgm:prSet presAssocID="{2BB548AA-F665-4F14-B3E3-99B3BD89F48E}" presName="rootText" presStyleLbl="node3" presStyleIdx="4" presStyleCnt="6">
        <dgm:presLayoutVars>
          <dgm:chPref val="3"/>
        </dgm:presLayoutVars>
      </dgm:prSet>
      <dgm:spPr/>
    </dgm:pt>
    <dgm:pt modelId="{F09AF4B8-7A5E-4F9D-A094-A15BF32AC01C}" type="pres">
      <dgm:prSet presAssocID="{2BB548AA-F665-4F14-B3E3-99B3BD89F48E}" presName="rootConnector" presStyleLbl="node3" presStyleIdx="4" presStyleCnt="6"/>
      <dgm:spPr/>
    </dgm:pt>
    <dgm:pt modelId="{34537DE5-3765-4C55-A4E5-0C84CABECAD1}" type="pres">
      <dgm:prSet presAssocID="{2BB548AA-F665-4F14-B3E3-99B3BD89F48E}" presName="hierChild4" presStyleCnt="0"/>
      <dgm:spPr/>
    </dgm:pt>
    <dgm:pt modelId="{7FD7FBD4-BF38-4F3B-B6D7-3E85FA929752}" type="pres">
      <dgm:prSet presAssocID="{2BB548AA-F665-4F14-B3E3-99B3BD89F48E}" presName="hierChild5" presStyleCnt="0"/>
      <dgm:spPr/>
    </dgm:pt>
    <dgm:pt modelId="{ECBA815A-35BC-4173-B5F4-F9E5779966E0}" type="pres">
      <dgm:prSet presAssocID="{6C2AB688-38EC-4789-AF49-70029C75F5C3}" presName="Name37" presStyleLbl="parChTrans1D3" presStyleIdx="5" presStyleCnt="6"/>
      <dgm:spPr/>
    </dgm:pt>
    <dgm:pt modelId="{F09A1791-F357-45B3-8E06-E50898105A46}" type="pres">
      <dgm:prSet presAssocID="{25257D0E-80B9-4331-BDEB-7A06AF5A99B5}" presName="hierRoot2" presStyleCnt="0">
        <dgm:presLayoutVars>
          <dgm:hierBranch val="init"/>
        </dgm:presLayoutVars>
      </dgm:prSet>
      <dgm:spPr/>
    </dgm:pt>
    <dgm:pt modelId="{6B59C1E9-8153-4FF7-8C20-3DB1B2A1C997}" type="pres">
      <dgm:prSet presAssocID="{25257D0E-80B9-4331-BDEB-7A06AF5A99B5}" presName="rootComposite" presStyleCnt="0"/>
      <dgm:spPr/>
    </dgm:pt>
    <dgm:pt modelId="{0091186C-A341-41C1-8A72-D42B364010EE}" type="pres">
      <dgm:prSet presAssocID="{25257D0E-80B9-4331-BDEB-7A06AF5A99B5}" presName="rootText" presStyleLbl="node3" presStyleIdx="5" presStyleCnt="6">
        <dgm:presLayoutVars>
          <dgm:chPref val="3"/>
        </dgm:presLayoutVars>
      </dgm:prSet>
      <dgm:spPr/>
    </dgm:pt>
    <dgm:pt modelId="{8233EA6A-0CF8-421D-95FF-D65585ADEF8D}" type="pres">
      <dgm:prSet presAssocID="{25257D0E-80B9-4331-BDEB-7A06AF5A99B5}" presName="rootConnector" presStyleLbl="node3" presStyleIdx="5" presStyleCnt="6"/>
      <dgm:spPr/>
    </dgm:pt>
    <dgm:pt modelId="{003FBACB-36C0-40BD-89A3-9F1E0566E660}" type="pres">
      <dgm:prSet presAssocID="{25257D0E-80B9-4331-BDEB-7A06AF5A99B5}" presName="hierChild4" presStyleCnt="0"/>
      <dgm:spPr/>
    </dgm:pt>
    <dgm:pt modelId="{1CD05C9B-7B3D-4CB8-9626-2AF4884E72B4}" type="pres">
      <dgm:prSet presAssocID="{25257D0E-80B9-4331-BDEB-7A06AF5A99B5}" presName="hierChild5" presStyleCnt="0"/>
      <dgm:spPr/>
    </dgm:pt>
    <dgm:pt modelId="{E270C1FE-BCC6-415E-8B8C-FC690C5F2FB3}" type="pres">
      <dgm:prSet presAssocID="{08CAC8E0-3B83-42D5-A08E-00C08679E9D6}" presName="hierChild5" presStyleCnt="0"/>
      <dgm:spPr/>
    </dgm:pt>
    <dgm:pt modelId="{7B32A621-8EA4-4634-B8A9-C99683E59AC9}" type="pres">
      <dgm:prSet presAssocID="{195E0961-F06B-4E34-A089-8B7251B6959F}" presName="hierChild3" presStyleCnt="0"/>
      <dgm:spPr/>
    </dgm:pt>
  </dgm:ptLst>
  <dgm:cxnLst>
    <dgm:cxn modelId="{DFC76712-6260-47C8-9216-6AC375E41BB7}" srcId="{08CAC8E0-3B83-42D5-A08E-00C08679E9D6}" destId="{1C1C5896-DBBB-4EC6-A747-25A691C29A3A}" srcOrd="0" destOrd="0" parTransId="{41BE14E3-1C54-4A38-B30C-FE66294AFBFA}" sibTransId="{EB955ACC-D551-419A-991B-754D34AA37D3}"/>
    <dgm:cxn modelId="{F50D7A15-D0D2-4583-9BDA-055741EB3E81}" type="presOf" srcId="{2FB272CE-4553-4644-92C7-ECE3D9C7E42A}" destId="{EE128868-D5A8-4B12-8655-970D3E7CD272}" srcOrd="0" destOrd="0" presId="urn:microsoft.com/office/officeart/2005/8/layout/orgChart1"/>
    <dgm:cxn modelId="{E5383118-E120-4D28-848F-08AD2DB43590}" type="presOf" srcId="{DB66421B-CE5E-4368-AC18-69E83E963882}" destId="{4DF9D701-F1BB-45DC-B2F5-AE13864B3536}" srcOrd="0" destOrd="0" presId="urn:microsoft.com/office/officeart/2005/8/layout/orgChart1"/>
    <dgm:cxn modelId="{0927B423-FCAC-43B5-8CC2-0867A44FD55D}" type="presOf" srcId="{91ECA452-327F-4E50-9308-3935EB294F22}" destId="{11976D41-F0C0-4FB4-B373-9180C70BC503}" srcOrd="1" destOrd="0" presId="urn:microsoft.com/office/officeart/2005/8/layout/orgChart1"/>
    <dgm:cxn modelId="{5A9C3726-4C02-40C7-B2D2-B9538CA39519}" type="presOf" srcId="{2BB548AA-F665-4F14-B3E3-99B3BD89F48E}" destId="{F09AF4B8-7A5E-4F9D-A094-A15BF32AC01C}" srcOrd="1" destOrd="0" presId="urn:microsoft.com/office/officeart/2005/8/layout/orgChart1"/>
    <dgm:cxn modelId="{5CC8222E-A418-45DE-8F43-2612D3DFABF1}" type="presOf" srcId="{F9DE3B25-2823-4A46-9DF0-E3D3EBBF01ED}" destId="{D693117E-1EF0-4451-A85A-3DA38604087E}" srcOrd="0" destOrd="0" presId="urn:microsoft.com/office/officeart/2005/8/layout/orgChart1"/>
    <dgm:cxn modelId="{E484BC30-2CDB-4587-AEED-8102B31E69B7}" type="presOf" srcId="{A674F81C-C752-4006-B007-99644703C237}" destId="{BCCCA7F3-A86B-4257-994C-AF5A50892546}" srcOrd="0" destOrd="0" presId="urn:microsoft.com/office/officeart/2005/8/layout/orgChart1"/>
    <dgm:cxn modelId="{F4266B38-5DCE-43BD-967B-43656BE89243}" type="presOf" srcId="{41BE14E3-1C54-4A38-B30C-FE66294AFBFA}" destId="{C23AD826-DE47-4061-816B-E19000D2CD97}" srcOrd="0" destOrd="0" presId="urn:microsoft.com/office/officeart/2005/8/layout/orgChart1"/>
    <dgm:cxn modelId="{34AFE439-1BCD-42C5-8907-752DF481F3B2}" type="presOf" srcId="{2FB272CE-4553-4644-92C7-ECE3D9C7E42A}" destId="{1ED1AB57-D2CB-444D-A292-797DF8B1B7A1}" srcOrd="1" destOrd="0" presId="urn:microsoft.com/office/officeart/2005/8/layout/orgChart1"/>
    <dgm:cxn modelId="{0A95B93E-9743-49C8-9275-7672626D3583}" type="presOf" srcId="{790F9232-47E8-40F8-B308-5EE735BFB263}" destId="{A39DF02C-001A-4B3B-B69D-C942B6CA9FDC}" srcOrd="0" destOrd="0" presId="urn:microsoft.com/office/officeart/2005/8/layout/orgChart1"/>
    <dgm:cxn modelId="{C9372B43-58B7-43D1-9F53-6AB88462D580}" srcId="{DB66421B-CE5E-4368-AC18-69E83E963882}" destId="{195E0961-F06B-4E34-A089-8B7251B6959F}" srcOrd="0" destOrd="0" parTransId="{E8068C79-A17B-4300-90AD-484A6521DB78}" sibTransId="{81D66A93-3403-4AFB-988F-AD74CB561D67}"/>
    <dgm:cxn modelId="{D7085645-6908-40DF-9B58-CF6BCB1DC877}" type="presOf" srcId="{CF4C890F-680E-4A8B-8F90-C81C6767F40B}" destId="{2A73E2F9-FF91-4ED3-B1FE-92ED4D75B3F5}" srcOrd="0" destOrd="0" presId="urn:microsoft.com/office/officeart/2005/8/layout/orgChart1"/>
    <dgm:cxn modelId="{ED41C766-D712-4278-AED6-6CC8A4B17D92}" type="presOf" srcId="{195E0961-F06B-4E34-A089-8B7251B6959F}" destId="{0F469DAE-E30F-4BC8-89FA-D9FB1B9B39B6}" srcOrd="1" destOrd="0" presId="urn:microsoft.com/office/officeart/2005/8/layout/orgChart1"/>
    <dgm:cxn modelId="{206FD867-4167-4757-B1B0-AB142FEA5692}" srcId="{195E0961-F06B-4E34-A089-8B7251B6959F}" destId="{08CAC8E0-3B83-42D5-A08E-00C08679E9D6}" srcOrd="1" destOrd="0" parTransId="{A7FA0D57-0482-4A70-8F4A-9397797C0087}" sibTransId="{0F8D273E-A843-40B1-ADE7-9F1AB49932ED}"/>
    <dgm:cxn modelId="{80986E68-9DBB-4C98-AEED-66AB599779EB}" srcId="{91ECA452-327F-4E50-9308-3935EB294F22}" destId="{7FBF02C5-C037-48DA-8250-8870B7E81E84}" srcOrd="0" destOrd="0" parTransId="{790F9232-47E8-40F8-B308-5EE735BFB263}" sibTransId="{6B68BF62-B516-41DD-B6D8-40182CAC43EF}"/>
    <dgm:cxn modelId="{D23B274A-827C-4EDF-9615-4AEB2C77F2AC}" type="presOf" srcId="{08CAC8E0-3B83-42D5-A08E-00C08679E9D6}" destId="{1B87C383-AE45-4A71-B705-7BCB084EA980}" srcOrd="0" destOrd="0" presId="urn:microsoft.com/office/officeart/2005/8/layout/orgChart1"/>
    <dgm:cxn modelId="{8B82564C-56C5-46C1-9342-9F58D148254B}" type="presOf" srcId="{7FBF02C5-C037-48DA-8250-8870B7E81E84}" destId="{E2BC4162-96DD-42A1-91AB-67ED77CC910F}" srcOrd="0" destOrd="0" presId="urn:microsoft.com/office/officeart/2005/8/layout/orgChart1"/>
    <dgm:cxn modelId="{4DDB9E75-DBB4-49A0-A22D-75EEDAD5FC33}" type="presOf" srcId="{ED6C8C66-85C3-4E49-931C-DB5AA0B66FA9}" destId="{BFC485B5-0D10-4F95-A119-42B84ACF66FF}" srcOrd="0" destOrd="0" presId="urn:microsoft.com/office/officeart/2005/8/layout/orgChart1"/>
    <dgm:cxn modelId="{45578676-859A-4C81-BD6D-687E45885921}" type="presOf" srcId="{6C2AB688-38EC-4789-AF49-70029C75F5C3}" destId="{ECBA815A-35BC-4173-B5F4-F9E5779966E0}" srcOrd="0" destOrd="0" presId="urn:microsoft.com/office/officeart/2005/8/layout/orgChart1"/>
    <dgm:cxn modelId="{72F3E876-4638-45FE-95E8-FA25AD3FD7C5}" srcId="{195E0961-F06B-4E34-A089-8B7251B6959F}" destId="{91ECA452-327F-4E50-9308-3935EB294F22}" srcOrd="0" destOrd="0" parTransId="{A674F81C-C752-4006-B007-99644703C237}" sibTransId="{57EC97DF-1D39-4BD4-AB27-0EAD1CD1A98A}"/>
    <dgm:cxn modelId="{9A7EFA7B-F6F7-45B6-BC82-8616DBF232D4}" type="presOf" srcId="{2BB548AA-F665-4F14-B3E3-99B3BD89F48E}" destId="{3D6CF784-0BB4-49D5-A479-51FD39582457}" srcOrd="0" destOrd="0" presId="urn:microsoft.com/office/officeart/2005/8/layout/orgChart1"/>
    <dgm:cxn modelId="{94E4DC87-8C81-4C06-8B4A-65B2CF1CA039}" type="presOf" srcId="{91ECA452-327F-4E50-9308-3935EB294F22}" destId="{193BBB76-DFB6-4A22-93D1-C0CDDC8B44EB}" srcOrd="0" destOrd="0" presId="urn:microsoft.com/office/officeart/2005/8/layout/orgChart1"/>
    <dgm:cxn modelId="{7D79298B-1688-4DDB-B97E-1D923D4F4130}" type="presOf" srcId="{1C1C5896-DBBB-4EC6-A747-25A691C29A3A}" destId="{1D28751D-6015-4E08-93BE-44F8ECB32C4F}" srcOrd="1" destOrd="0" presId="urn:microsoft.com/office/officeart/2005/8/layout/orgChart1"/>
    <dgm:cxn modelId="{4AD9EC9D-F113-4EED-8560-9D768F03941E}" srcId="{91ECA452-327F-4E50-9308-3935EB294F22}" destId="{ED6C8C66-85C3-4E49-931C-DB5AA0B66FA9}" srcOrd="2" destOrd="0" parTransId="{CF4C890F-680E-4A8B-8F90-C81C6767F40B}" sibTransId="{1C71F096-7958-432C-A7DE-6250DC83A86F}"/>
    <dgm:cxn modelId="{C1DEDFAF-4A73-44F3-9FB2-7F832B285684}" type="presOf" srcId="{08CAC8E0-3B83-42D5-A08E-00C08679E9D6}" destId="{1FEAA3D0-CD4C-4F5D-931F-5374DADAEFDE}" srcOrd="1" destOrd="0" presId="urn:microsoft.com/office/officeart/2005/8/layout/orgChart1"/>
    <dgm:cxn modelId="{2FEE33BE-48DF-4335-95B7-924C95AC2881}" type="presOf" srcId="{A7FA0D57-0482-4A70-8F4A-9397797C0087}" destId="{2703A82E-5EDD-446E-8885-6CC27C670929}" srcOrd="0" destOrd="0" presId="urn:microsoft.com/office/officeart/2005/8/layout/orgChart1"/>
    <dgm:cxn modelId="{4666ECBE-875F-41B5-AFAE-A321E904E8B7}" type="presOf" srcId="{ED6C8C66-85C3-4E49-931C-DB5AA0B66FA9}" destId="{D60CF977-A926-4117-84AC-431CC19FAC9E}" srcOrd="1" destOrd="0" presId="urn:microsoft.com/office/officeart/2005/8/layout/orgChart1"/>
    <dgm:cxn modelId="{99427ABF-3137-4212-B37F-5FBF6F9E31C3}" srcId="{08CAC8E0-3B83-42D5-A08E-00C08679E9D6}" destId="{2BB548AA-F665-4F14-B3E3-99B3BD89F48E}" srcOrd="1" destOrd="0" parTransId="{218B6601-744F-4162-9160-F5B32141B98A}" sibTransId="{C9666A62-34F0-4879-8BC0-1262D25240B2}"/>
    <dgm:cxn modelId="{136DD0C4-936A-4ED0-A41A-A4267E87F427}" srcId="{08CAC8E0-3B83-42D5-A08E-00C08679E9D6}" destId="{25257D0E-80B9-4331-BDEB-7A06AF5A99B5}" srcOrd="2" destOrd="0" parTransId="{6C2AB688-38EC-4789-AF49-70029C75F5C3}" sibTransId="{5BC78CD8-52F6-4B95-8BB5-794388175F6D}"/>
    <dgm:cxn modelId="{0A34E4CD-AFD8-4778-8ED1-CAFEA33D01A4}" type="presOf" srcId="{1C1C5896-DBBB-4EC6-A747-25A691C29A3A}" destId="{3C4FE161-BCED-46F5-8A7A-93D7658F3563}" srcOrd="0" destOrd="0" presId="urn:microsoft.com/office/officeart/2005/8/layout/orgChart1"/>
    <dgm:cxn modelId="{9B5E47D8-AF96-4AD7-837F-68A534281EF8}" srcId="{91ECA452-327F-4E50-9308-3935EB294F22}" destId="{2FB272CE-4553-4644-92C7-ECE3D9C7E42A}" srcOrd="1" destOrd="0" parTransId="{F9DE3B25-2823-4A46-9DF0-E3D3EBBF01ED}" sibTransId="{BBEEC37F-7596-42F6-90CF-D8BDE88EC46F}"/>
    <dgm:cxn modelId="{B1C3BCDC-C2DC-418A-B519-201B87D70090}" type="presOf" srcId="{218B6601-744F-4162-9160-F5B32141B98A}" destId="{EC338A1F-8CE6-4A44-B8F7-71ED7B33A979}" srcOrd="0" destOrd="0" presId="urn:microsoft.com/office/officeart/2005/8/layout/orgChart1"/>
    <dgm:cxn modelId="{DDFC0AE0-C3D8-49D6-A43E-A1977C50837B}" type="presOf" srcId="{25257D0E-80B9-4331-BDEB-7A06AF5A99B5}" destId="{0091186C-A341-41C1-8A72-D42B364010EE}" srcOrd="0" destOrd="0" presId="urn:microsoft.com/office/officeart/2005/8/layout/orgChart1"/>
    <dgm:cxn modelId="{3B4A90F3-EBCB-438B-8FB1-E60568D08F16}" type="presOf" srcId="{25257D0E-80B9-4331-BDEB-7A06AF5A99B5}" destId="{8233EA6A-0CF8-421D-95FF-D65585ADEF8D}" srcOrd="1" destOrd="0" presId="urn:microsoft.com/office/officeart/2005/8/layout/orgChart1"/>
    <dgm:cxn modelId="{9DB52EFE-D45D-4DB6-B8C4-A530632BA87C}" type="presOf" srcId="{7FBF02C5-C037-48DA-8250-8870B7E81E84}" destId="{23AA5F3A-6BC0-4CDC-A0C2-BB5197DC7971}" srcOrd="1" destOrd="0" presId="urn:microsoft.com/office/officeart/2005/8/layout/orgChart1"/>
    <dgm:cxn modelId="{3E035EFE-9D69-4F0F-B082-AA704CF3BD79}" type="presOf" srcId="{195E0961-F06B-4E34-A089-8B7251B6959F}" destId="{6B42C614-53AF-4ED5-9893-52CDC0762B14}" srcOrd="0" destOrd="0" presId="urn:microsoft.com/office/officeart/2005/8/layout/orgChart1"/>
    <dgm:cxn modelId="{D654A1A4-DAB8-4FFB-8006-8E08AD35B5D9}" type="presParOf" srcId="{4DF9D701-F1BB-45DC-B2F5-AE13864B3536}" destId="{124615C8-3408-4342-A6D6-ECD3E53D4114}" srcOrd="0" destOrd="0" presId="urn:microsoft.com/office/officeart/2005/8/layout/orgChart1"/>
    <dgm:cxn modelId="{B01C6BF7-9A26-4C37-A092-391A733D1364}" type="presParOf" srcId="{124615C8-3408-4342-A6D6-ECD3E53D4114}" destId="{440F6F51-9D66-4341-862F-62468A8C093B}" srcOrd="0" destOrd="0" presId="urn:microsoft.com/office/officeart/2005/8/layout/orgChart1"/>
    <dgm:cxn modelId="{81724289-DE05-41B4-8F44-797593059554}" type="presParOf" srcId="{440F6F51-9D66-4341-862F-62468A8C093B}" destId="{6B42C614-53AF-4ED5-9893-52CDC0762B14}" srcOrd="0" destOrd="0" presId="urn:microsoft.com/office/officeart/2005/8/layout/orgChart1"/>
    <dgm:cxn modelId="{B9C9FDAB-F586-42A4-BD78-335DDAC0A448}" type="presParOf" srcId="{440F6F51-9D66-4341-862F-62468A8C093B}" destId="{0F469DAE-E30F-4BC8-89FA-D9FB1B9B39B6}" srcOrd="1" destOrd="0" presId="urn:microsoft.com/office/officeart/2005/8/layout/orgChart1"/>
    <dgm:cxn modelId="{B2FB5A23-FAEE-446E-AA21-AADEF70F82F9}" type="presParOf" srcId="{124615C8-3408-4342-A6D6-ECD3E53D4114}" destId="{349C0BAA-9A44-4E62-B1A8-79ABB7B05594}" srcOrd="1" destOrd="0" presId="urn:microsoft.com/office/officeart/2005/8/layout/orgChart1"/>
    <dgm:cxn modelId="{2D5CCDA7-36FD-4697-B18D-D90D6C107B3F}" type="presParOf" srcId="{349C0BAA-9A44-4E62-B1A8-79ABB7B05594}" destId="{BCCCA7F3-A86B-4257-994C-AF5A50892546}" srcOrd="0" destOrd="0" presId="urn:microsoft.com/office/officeart/2005/8/layout/orgChart1"/>
    <dgm:cxn modelId="{2D0C7F08-D130-43D9-BE66-CD8641D3D94A}" type="presParOf" srcId="{349C0BAA-9A44-4E62-B1A8-79ABB7B05594}" destId="{4CB5498B-3D34-4EB3-88CF-F9707D5E0674}" srcOrd="1" destOrd="0" presId="urn:microsoft.com/office/officeart/2005/8/layout/orgChart1"/>
    <dgm:cxn modelId="{D30EE345-0710-452A-8A16-CF45DCAAC0BF}" type="presParOf" srcId="{4CB5498B-3D34-4EB3-88CF-F9707D5E0674}" destId="{A831856D-EEA8-49C6-90FC-C3A1EDE0A46D}" srcOrd="0" destOrd="0" presId="urn:microsoft.com/office/officeart/2005/8/layout/orgChart1"/>
    <dgm:cxn modelId="{39D9C09E-0C36-4F01-A1E5-3C7928111A05}" type="presParOf" srcId="{A831856D-EEA8-49C6-90FC-C3A1EDE0A46D}" destId="{193BBB76-DFB6-4A22-93D1-C0CDDC8B44EB}" srcOrd="0" destOrd="0" presId="urn:microsoft.com/office/officeart/2005/8/layout/orgChart1"/>
    <dgm:cxn modelId="{F4CDE198-3CC9-4309-863D-1C97DD545E64}" type="presParOf" srcId="{A831856D-EEA8-49C6-90FC-C3A1EDE0A46D}" destId="{11976D41-F0C0-4FB4-B373-9180C70BC503}" srcOrd="1" destOrd="0" presId="urn:microsoft.com/office/officeart/2005/8/layout/orgChart1"/>
    <dgm:cxn modelId="{D96AC885-5C35-4A3A-B57B-D74F04E3E321}" type="presParOf" srcId="{4CB5498B-3D34-4EB3-88CF-F9707D5E0674}" destId="{44D4B3B0-DAD7-478B-A312-F8540AC4C8ED}" srcOrd="1" destOrd="0" presId="urn:microsoft.com/office/officeart/2005/8/layout/orgChart1"/>
    <dgm:cxn modelId="{4F5E85A7-A5DB-407F-A346-1FDC490C5BAF}" type="presParOf" srcId="{44D4B3B0-DAD7-478B-A312-F8540AC4C8ED}" destId="{A39DF02C-001A-4B3B-B69D-C942B6CA9FDC}" srcOrd="0" destOrd="0" presId="urn:microsoft.com/office/officeart/2005/8/layout/orgChart1"/>
    <dgm:cxn modelId="{699747B2-DB05-43BA-AC66-46C59929A589}" type="presParOf" srcId="{44D4B3B0-DAD7-478B-A312-F8540AC4C8ED}" destId="{195F5220-51CB-4484-8C19-464E1DB308FC}" srcOrd="1" destOrd="0" presId="urn:microsoft.com/office/officeart/2005/8/layout/orgChart1"/>
    <dgm:cxn modelId="{D7A51B20-8B9E-4E92-9D3E-229F57F081E2}" type="presParOf" srcId="{195F5220-51CB-4484-8C19-464E1DB308FC}" destId="{F49B5FBD-9A48-4AB8-BCBE-DA37EEA58092}" srcOrd="0" destOrd="0" presId="urn:microsoft.com/office/officeart/2005/8/layout/orgChart1"/>
    <dgm:cxn modelId="{6A595EA0-4162-42C1-81C0-963F553D2B12}" type="presParOf" srcId="{F49B5FBD-9A48-4AB8-BCBE-DA37EEA58092}" destId="{E2BC4162-96DD-42A1-91AB-67ED77CC910F}" srcOrd="0" destOrd="0" presId="urn:microsoft.com/office/officeart/2005/8/layout/orgChart1"/>
    <dgm:cxn modelId="{C802B270-6164-4183-958B-2582DD1EABD6}" type="presParOf" srcId="{F49B5FBD-9A48-4AB8-BCBE-DA37EEA58092}" destId="{23AA5F3A-6BC0-4CDC-A0C2-BB5197DC7971}" srcOrd="1" destOrd="0" presId="urn:microsoft.com/office/officeart/2005/8/layout/orgChart1"/>
    <dgm:cxn modelId="{56E9B5EF-C025-4055-899B-AADC34804B50}" type="presParOf" srcId="{195F5220-51CB-4484-8C19-464E1DB308FC}" destId="{1EEA4C3B-201E-4AE9-B4CC-3BBDD20F179C}" srcOrd="1" destOrd="0" presId="urn:microsoft.com/office/officeart/2005/8/layout/orgChart1"/>
    <dgm:cxn modelId="{9E152E26-B04E-4B31-B8AF-5A8EA4DB0705}" type="presParOf" srcId="{195F5220-51CB-4484-8C19-464E1DB308FC}" destId="{4BB1DC2C-1A74-476C-AC3A-F11D6EB91E2B}" srcOrd="2" destOrd="0" presId="urn:microsoft.com/office/officeart/2005/8/layout/orgChart1"/>
    <dgm:cxn modelId="{097309FB-92CD-4E76-9E3D-69365F3E3742}" type="presParOf" srcId="{44D4B3B0-DAD7-478B-A312-F8540AC4C8ED}" destId="{D693117E-1EF0-4451-A85A-3DA38604087E}" srcOrd="2" destOrd="0" presId="urn:microsoft.com/office/officeart/2005/8/layout/orgChart1"/>
    <dgm:cxn modelId="{F4C19718-11DD-409F-B0C1-533B792D471A}" type="presParOf" srcId="{44D4B3B0-DAD7-478B-A312-F8540AC4C8ED}" destId="{050ED10C-4369-488E-8016-46E2708ED116}" srcOrd="3" destOrd="0" presId="urn:microsoft.com/office/officeart/2005/8/layout/orgChart1"/>
    <dgm:cxn modelId="{0C5AB869-7002-4BDC-9366-28B8EE03CD45}" type="presParOf" srcId="{050ED10C-4369-488E-8016-46E2708ED116}" destId="{3B98E1BD-2167-480F-82D9-A48B0F94D599}" srcOrd="0" destOrd="0" presId="urn:microsoft.com/office/officeart/2005/8/layout/orgChart1"/>
    <dgm:cxn modelId="{C45F21AC-3B47-41A4-A4BE-7B31F9DF0B62}" type="presParOf" srcId="{3B98E1BD-2167-480F-82D9-A48B0F94D599}" destId="{EE128868-D5A8-4B12-8655-970D3E7CD272}" srcOrd="0" destOrd="0" presId="urn:microsoft.com/office/officeart/2005/8/layout/orgChart1"/>
    <dgm:cxn modelId="{0A5F2CF8-73D6-4D01-AC9C-1D5E15D8A251}" type="presParOf" srcId="{3B98E1BD-2167-480F-82D9-A48B0F94D599}" destId="{1ED1AB57-D2CB-444D-A292-797DF8B1B7A1}" srcOrd="1" destOrd="0" presId="urn:microsoft.com/office/officeart/2005/8/layout/orgChart1"/>
    <dgm:cxn modelId="{CE2FDAAC-D7B3-460A-8E9D-A45476F75141}" type="presParOf" srcId="{050ED10C-4369-488E-8016-46E2708ED116}" destId="{B1EC4DFA-B075-4A32-9F22-3DE2EBCAB230}" srcOrd="1" destOrd="0" presId="urn:microsoft.com/office/officeart/2005/8/layout/orgChart1"/>
    <dgm:cxn modelId="{9BF5CB17-01DA-47C8-AF9E-5F17F410E376}" type="presParOf" srcId="{050ED10C-4369-488E-8016-46E2708ED116}" destId="{EB916E36-16E8-4A06-9FF2-5F656F81AF52}" srcOrd="2" destOrd="0" presId="urn:microsoft.com/office/officeart/2005/8/layout/orgChart1"/>
    <dgm:cxn modelId="{5BE5857D-4D07-4D50-AB57-B1173E67EC17}" type="presParOf" srcId="{44D4B3B0-DAD7-478B-A312-F8540AC4C8ED}" destId="{2A73E2F9-FF91-4ED3-B1FE-92ED4D75B3F5}" srcOrd="4" destOrd="0" presId="urn:microsoft.com/office/officeart/2005/8/layout/orgChart1"/>
    <dgm:cxn modelId="{F43100C2-EFEF-4B82-B66D-A86F89525176}" type="presParOf" srcId="{44D4B3B0-DAD7-478B-A312-F8540AC4C8ED}" destId="{AC868427-4A2F-4CD6-8E1C-1074ADB607CF}" srcOrd="5" destOrd="0" presId="urn:microsoft.com/office/officeart/2005/8/layout/orgChart1"/>
    <dgm:cxn modelId="{EE0D9AE9-DB2A-405B-84EA-114357F020F8}" type="presParOf" srcId="{AC868427-4A2F-4CD6-8E1C-1074ADB607CF}" destId="{6278A904-B65F-4418-9275-C7BD3946D9C8}" srcOrd="0" destOrd="0" presId="urn:microsoft.com/office/officeart/2005/8/layout/orgChart1"/>
    <dgm:cxn modelId="{49B18282-7A4F-4CA8-9120-F76B1752AF05}" type="presParOf" srcId="{6278A904-B65F-4418-9275-C7BD3946D9C8}" destId="{BFC485B5-0D10-4F95-A119-42B84ACF66FF}" srcOrd="0" destOrd="0" presId="urn:microsoft.com/office/officeart/2005/8/layout/orgChart1"/>
    <dgm:cxn modelId="{A63C3597-AC4A-41FE-B3CD-4B850743FBAC}" type="presParOf" srcId="{6278A904-B65F-4418-9275-C7BD3946D9C8}" destId="{D60CF977-A926-4117-84AC-431CC19FAC9E}" srcOrd="1" destOrd="0" presId="urn:microsoft.com/office/officeart/2005/8/layout/orgChart1"/>
    <dgm:cxn modelId="{C463B53D-BE95-4BC5-A098-B3B5093A580F}" type="presParOf" srcId="{AC868427-4A2F-4CD6-8E1C-1074ADB607CF}" destId="{7795704B-1140-4D82-BEAC-839B3B035D3F}" srcOrd="1" destOrd="0" presId="urn:microsoft.com/office/officeart/2005/8/layout/orgChart1"/>
    <dgm:cxn modelId="{BB1AC637-143B-4582-BD93-2A75510A6B50}" type="presParOf" srcId="{AC868427-4A2F-4CD6-8E1C-1074ADB607CF}" destId="{3FA7A380-4B48-4795-A77C-135DA8DCE353}" srcOrd="2" destOrd="0" presId="urn:microsoft.com/office/officeart/2005/8/layout/orgChart1"/>
    <dgm:cxn modelId="{FAA86F57-A362-4C06-8176-8F1469B05D5C}" type="presParOf" srcId="{4CB5498B-3D34-4EB3-88CF-F9707D5E0674}" destId="{2690CF81-6D19-4701-8218-5A50D84ABFFB}" srcOrd="2" destOrd="0" presId="urn:microsoft.com/office/officeart/2005/8/layout/orgChart1"/>
    <dgm:cxn modelId="{49F5955D-8402-4D74-9885-1DDF74C06CDA}" type="presParOf" srcId="{349C0BAA-9A44-4E62-B1A8-79ABB7B05594}" destId="{2703A82E-5EDD-446E-8885-6CC27C670929}" srcOrd="2" destOrd="0" presId="urn:microsoft.com/office/officeart/2005/8/layout/orgChart1"/>
    <dgm:cxn modelId="{22B4AB0D-A77C-402C-B192-97357539E5E8}" type="presParOf" srcId="{349C0BAA-9A44-4E62-B1A8-79ABB7B05594}" destId="{45F3B624-AEB5-4803-9A71-FBA3F5FDB9DB}" srcOrd="3" destOrd="0" presId="urn:microsoft.com/office/officeart/2005/8/layout/orgChart1"/>
    <dgm:cxn modelId="{9A90112E-2C77-4DE3-994B-04576BB59370}" type="presParOf" srcId="{45F3B624-AEB5-4803-9A71-FBA3F5FDB9DB}" destId="{A95512CA-B784-4F2A-B550-87DF11A9FB49}" srcOrd="0" destOrd="0" presId="urn:microsoft.com/office/officeart/2005/8/layout/orgChart1"/>
    <dgm:cxn modelId="{AF011BCC-574B-4EAD-B33A-042251D3BD5D}" type="presParOf" srcId="{A95512CA-B784-4F2A-B550-87DF11A9FB49}" destId="{1B87C383-AE45-4A71-B705-7BCB084EA980}" srcOrd="0" destOrd="0" presId="urn:microsoft.com/office/officeart/2005/8/layout/orgChart1"/>
    <dgm:cxn modelId="{008F7F91-61E9-4161-A198-639C6B22BAB9}" type="presParOf" srcId="{A95512CA-B784-4F2A-B550-87DF11A9FB49}" destId="{1FEAA3D0-CD4C-4F5D-931F-5374DADAEFDE}" srcOrd="1" destOrd="0" presId="urn:microsoft.com/office/officeart/2005/8/layout/orgChart1"/>
    <dgm:cxn modelId="{8F324469-4EEE-4354-B0BB-AD19B899EF04}" type="presParOf" srcId="{45F3B624-AEB5-4803-9A71-FBA3F5FDB9DB}" destId="{060B21A4-0E7D-498B-960F-E397FD98DB72}" srcOrd="1" destOrd="0" presId="urn:microsoft.com/office/officeart/2005/8/layout/orgChart1"/>
    <dgm:cxn modelId="{ABD8D8FE-E3CF-4898-B30C-49498AB2C0AA}" type="presParOf" srcId="{060B21A4-0E7D-498B-960F-E397FD98DB72}" destId="{C23AD826-DE47-4061-816B-E19000D2CD97}" srcOrd="0" destOrd="0" presId="urn:microsoft.com/office/officeart/2005/8/layout/orgChart1"/>
    <dgm:cxn modelId="{179482DD-40B7-40B0-B928-A16D9524927C}" type="presParOf" srcId="{060B21A4-0E7D-498B-960F-E397FD98DB72}" destId="{496BFFAD-A6C9-4109-9F8C-1788CA38A149}" srcOrd="1" destOrd="0" presId="urn:microsoft.com/office/officeart/2005/8/layout/orgChart1"/>
    <dgm:cxn modelId="{18094ABF-B379-433C-9EF6-59D63E1AEE39}" type="presParOf" srcId="{496BFFAD-A6C9-4109-9F8C-1788CA38A149}" destId="{0567CB07-B090-40BD-9D54-43074E62B996}" srcOrd="0" destOrd="0" presId="urn:microsoft.com/office/officeart/2005/8/layout/orgChart1"/>
    <dgm:cxn modelId="{DD0CFDC8-3039-4009-BE1D-60A6D3118919}" type="presParOf" srcId="{0567CB07-B090-40BD-9D54-43074E62B996}" destId="{3C4FE161-BCED-46F5-8A7A-93D7658F3563}" srcOrd="0" destOrd="0" presId="urn:microsoft.com/office/officeart/2005/8/layout/orgChart1"/>
    <dgm:cxn modelId="{178C2384-B300-4C3B-A826-A2678B942F77}" type="presParOf" srcId="{0567CB07-B090-40BD-9D54-43074E62B996}" destId="{1D28751D-6015-4E08-93BE-44F8ECB32C4F}" srcOrd="1" destOrd="0" presId="urn:microsoft.com/office/officeart/2005/8/layout/orgChart1"/>
    <dgm:cxn modelId="{DBF01B72-670D-40F9-818E-BE2BDAF167CF}" type="presParOf" srcId="{496BFFAD-A6C9-4109-9F8C-1788CA38A149}" destId="{794C1CFC-9EE7-4495-95EE-5B20980A2721}" srcOrd="1" destOrd="0" presId="urn:microsoft.com/office/officeart/2005/8/layout/orgChart1"/>
    <dgm:cxn modelId="{BA8B9846-70D6-4D66-A22F-E6B29875A19F}" type="presParOf" srcId="{496BFFAD-A6C9-4109-9F8C-1788CA38A149}" destId="{F0FA4B39-55BD-4D15-B7FE-BE5F943E7C5F}" srcOrd="2" destOrd="0" presId="urn:microsoft.com/office/officeart/2005/8/layout/orgChart1"/>
    <dgm:cxn modelId="{ED90BB62-91A9-4A5F-9895-99ED3D35B053}" type="presParOf" srcId="{060B21A4-0E7D-498B-960F-E397FD98DB72}" destId="{EC338A1F-8CE6-4A44-B8F7-71ED7B33A979}" srcOrd="2" destOrd="0" presId="urn:microsoft.com/office/officeart/2005/8/layout/orgChart1"/>
    <dgm:cxn modelId="{B0896408-1D49-4FB1-A2E3-2B3784C8D116}" type="presParOf" srcId="{060B21A4-0E7D-498B-960F-E397FD98DB72}" destId="{CA2D899C-0A1C-4908-870B-E913AE5F9D88}" srcOrd="3" destOrd="0" presId="urn:microsoft.com/office/officeart/2005/8/layout/orgChart1"/>
    <dgm:cxn modelId="{085CDE1D-CC69-4C93-AF0F-D3A1EBB64065}" type="presParOf" srcId="{CA2D899C-0A1C-4908-870B-E913AE5F9D88}" destId="{1B922662-39D1-4911-837E-1AE7333944FD}" srcOrd="0" destOrd="0" presId="urn:microsoft.com/office/officeart/2005/8/layout/orgChart1"/>
    <dgm:cxn modelId="{1044255D-166E-4C7C-A26A-59819035377B}" type="presParOf" srcId="{1B922662-39D1-4911-837E-1AE7333944FD}" destId="{3D6CF784-0BB4-49D5-A479-51FD39582457}" srcOrd="0" destOrd="0" presId="urn:microsoft.com/office/officeart/2005/8/layout/orgChart1"/>
    <dgm:cxn modelId="{47CE35D9-CCAA-4952-903A-829FC30C83D3}" type="presParOf" srcId="{1B922662-39D1-4911-837E-1AE7333944FD}" destId="{F09AF4B8-7A5E-4F9D-A094-A15BF32AC01C}" srcOrd="1" destOrd="0" presId="urn:microsoft.com/office/officeart/2005/8/layout/orgChart1"/>
    <dgm:cxn modelId="{0140418B-DE95-4C5B-B8F3-0FD209B77A7B}" type="presParOf" srcId="{CA2D899C-0A1C-4908-870B-E913AE5F9D88}" destId="{34537DE5-3765-4C55-A4E5-0C84CABECAD1}" srcOrd="1" destOrd="0" presId="urn:microsoft.com/office/officeart/2005/8/layout/orgChart1"/>
    <dgm:cxn modelId="{FBBB11CC-BD3A-4C9A-9D7D-44EC207ACA8B}" type="presParOf" srcId="{CA2D899C-0A1C-4908-870B-E913AE5F9D88}" destId="{7FD7FBD4-BF38-4F3B-B6D7-3E85FA929752}" srcOrd="2" destOrd="0" presId="urn:microsoft.com/office/officeart/2005/8/layout/orgChart1"/>
    <dgm:cxn modelId="{E9AC389F-4EAD-4383-A8D0-5745F7FF8FC3}" type="presParOf" srcId="{060B21A4-0E7D-498B-960F-E397FD98DB72}" destId="{ECBA815A-35BC-4173-B5F4-F9E5779966E0}" srcOrd="4" destOrd="0" presId="urn:microsoft.com/office/officeart/2005/8/layout/orgChart1"/>
    <dgm:cxn modelId="{6BB9DFF3-5EBF-4F4C-B541-D69CA4798341}" type="presParOf" srcId="{060B21A4-0E7D-498B-960F-E397FD98DB72}" destId="{F09A1791-F357-45B3-8E06-E50898105A46}" srcOrd="5" destOrd="0" presId="urn:microsoft.com/office/officeart/2005/8/layout/orgChart1"/>
    <dgm:cxn modelId="{E837EBB2-0310-47BD-9122-5AC3BE34B089}" type="presParOf" srcId="{F09A1791-F357-45B3-8E06-E50898105A46}" destId="{6B59C1E9-8153-4FF7-8C20-3DB1B2A1C997}" srcOrd="0" destOrd="0" presId="urn:microsoft.com/office/officeart/2005/8/layout/orgChart1"/>
    <dgm:cxn modelId="{3CBDE7C7-5419-4879-B93A-12238058342E}" type="presParOf" srcId="{6B59C1E9-8153-4FF7-8C20-3DB1B2A1C997}" destId="{0091186C-A341-41C1-8A72-D42B364010EE}" srcOrd="0" destOrd="0" presId="urn:microsoft.com/office/officeart/2005/8/layout/orgChart1"/>
    <dgm:cxn modelId="{FC23BB34-220F-42F6-9016-57BC176DEE5B}" type="presParOf" srcId="{6B59C1E9-8153-4FF7-8C20-3DB1B2A1C997}" destId="{8233EA6A-0CF8-421D-95FF-D65585ADEF8D}" srcOrd="1" destOrd="0" presId="urn:microsoft.com/office/officeart/2005/8/layout/orgChart1"/>
    <dgm:cxn modelId="{82220F3F-E2D7-4B4C-B517-14E693EC0F59}" type="presParOf" srcId="{F09A1791-F357-45B3-8E06-E50898105A46}" destId="{003FBACB-36C0-40BD-89A3-9F1E0566E660}" srcOrd="1" destOrd="0" presId="urn:microsoft.com/office/officeart/2005/8/layout/orgChart1"/>
    <dgm:cxn modelId="{2EAD5C7B-5B51-472A-916A-F170EE55BAD2}" type="presParOf" srcId="{F09A1791-F357-45B3-8E06-E50898105A46}" destId="{1CD05C9B-7B3D-4CB8-9626-2AF4884E72B4}" srcOrd="2" destOrd="0" presId="urn:microsoft.com/office/officeart/2005/8/layout/orgChart1"/>
    <dgm:cxn modelId="{65455CB6-50B6-4544-AEDA-C61BD902986B}" type="presParOf" srcId="{45F3B624-AEB5-4803-9A71-FBA3F5FDB9DB}" destId="{E270C1FE-BCC6-415E-8B8C-FC690C5F2FB3}" srcOrd="2" destOrd="0" presId="urn:microsoft.com/office/officeart/2005/8/layout/orgChart1"/>
    <dgm:cxn modelId="{6E30C4BF-375D-4624-B8A0-C31ECCFF86B4}" type="presParOf" srcId="{124615C8-3408-4342-A6D6-ECD3E53D4114}" destId="{7B32A621-8EA4-4634-B8A9-C99683E59A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A5DE1-E5A3-4311-AB04-5AB7F6E1F888}">
      <dsp:nvSpPr>
        <dsp:cNvPr id="0" name=""/>
        <dsp:cNvSpPr/>
      </dsp:nvSpPr>
      <dsp:spPr>
        <a:xfrm>
          <a:off x="3999213" y="850755"/>
          <a:ext cx="105327" cy="1818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8654"/>
              </a:lnTo>
              <a:lnTo>
                <a:pt x="105327" y="181865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8A8DD0-C608-4BCE-A4CE-96A21EDDA4FC}">
      <dsp:nvSpPr>
        <dsp:cNvPr id="0" name=""/>
        <dsp:cNvSpPr/>
      </dsp:nvSpPr>
      <dsp:spPr>
        <a:xfrm>
          <a:off x="3999213" y="850755"/>
          <a:ext cx="105327" cy="1320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04"/>
              </a:lnTo>
              <a:lnTo>
                <a:pt x="105327" y="132010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1FE89-BDEA-455E-89B3-FAE335D0FB6D}">
      <dsp:nvSpPr>
        <dsp:cNvPr id="0" name=""/>
        <dsp:cNvSpPr/>
      </dsp:nvSpPr>
      <dsp:spPr>
        <a:xfrm>
          <a:off x="3999213" y="850755"/>
          <a:ext cx="105327" cy="821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1554"/>
              </a:lnTo>
              <a:lnTo>
                <a:pt x="105327" y="82155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330419-9415-4E63-9B90-8F2BE86D48D9}">
      <dsp:nvSpPr>
        <dsp:cNvPr id="0" name=""/>
        <dsp:cNvSpPr/>
      </dsp:nvSpPr>
      <dsp:spPr>
        <a:xfrm>
          <a:off x="3999213" y="850755"/>
          <a:ext cx="105327" cy="3230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3004"/>
              </a:lnTo>
              <a:lnTo>
                <a:pt x="105327" y="32300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F62C5B-A7F8-4C6D-BA5C-3BB409FF16F1}">
      <dsp:nvSpPr>
        <dsp:cNvPr id="0" name=""/>
        <dsp:cNvSpPr/>
      </dsp:nvSpPr>
      <dsp:spPr>
        <a:xfrm>
          <a:off x="3430444" y="352205"/>
          <a:ext cx="849641" cy="147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729"/>
              </a:lnTo>
              <a:lnTo>
                <a:pt x="849641" y="73729"/>
              </a:lnTo>
              <a:lnTo>
                <a:pt x="849641" y="14745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6677A-065F-4637-B55E-F426D7208C2C}">
      <dsp:nvSpPr>
        <dsp:cNvPr id="0" name=""/>
        <dsp:cNvSpPr/>
      </dsp:nvSpPr>
      <dsp:spPr>
        <a:xfrm>
          <a:off x="3149571" y="850755"/>
          <a:ext cx="105327" cy="1320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04"/>
              </a:lnTo>
              <a:lnTo>
                <a:pt x="105327" y="132010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88976B-5CED-4E22-B9FD-1FFCA974F818}">
      <dsp:nvSpPr>
        <dsp:cNvPr id="0" name=""/>
        <dsp:cNvSpPr/>
      </dsp:nvSpPr>
      <dsp:spPr>
        <a:xfrm>
          <a:off x="3149571" y="850755"/>
          <a:ext cx="105327" cy="821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1554"/>
              </a:lnTo>
              <a:lnTo>
                <a:pt x="105327" y="82155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C91F35-7C89-48B8-8C07-7BAE3C552367}">
      <dsp:nvSpPr>
        <dsp:cNvPr id="0" name=""/>
        <dsp:cNvSpPr/>
      </dsp:nvSpPr>
      <dsp:spPr>
        <a:xfrm>
          <a:off x="3149571" y="850755"/>
          <a:ext cx="105327" cy="3230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3004"/>
              </a:lnTo>
              <a:lnTo>
                <a:pt x="105327" y="32300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F3061E-C7D1-4FDB-B5C7-77BA01B773BD}">
      <dsp:nvSpPr>
        <dsp:cNvPr id="0" name=""/>
        <dsp:cNvSpPr/>
      </dsp:nvSpPr>
      <dsp:spPr>
        <a:xfrm>
          <a:off x="3384724" y="352205"/>
          <a:ext cx="91440" cy="1474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45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5AD08D-CC1F-433D-BFEA-F6AD0E8FCA4D}">
      <dsp:nvSpPr>
        <dsp:cNvPr id="0" name=""/>
        <dsp:cNvSpPr/>
      </dsp:nvSpPr>
      <dsp:spPr>
        <a:xfrm>
          <a:off x="2299929" y="850755"/>
          <a:ext cx="105327" cy="13201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04"/>
              </a:lnTo>
              <a:lnTo>
                <a:pt x="105327" y="132010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2668CE-5DB0-45B3-9D48-3C7BF7288C2B}">
      <dsp:nvSpPr>
        <dsp:cNvPr id="0" name=""/>
        <dsp:cNvSpPr/>
      </dsp:nvSpPr>
      <dsp:spPr>
        <a:xfrm>
          <a:off x="2299929" y="850755"/>
          <a:ext cx="105327" cy="821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1554"/>
              </a:lnTo>
              <a:lnTo>
                <a:pt x="105327" y="82155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35FE7-8DF2-4BF6-8715-60B7CFEA6383}">
      <dsp:nvSpPr>
        <dsp:cNvPr id="0" name=""/>
        <dsp:cNvSpPr/>
      </dsp:nvSpPr>
      <dsp:spPr>
        <a:xfrm>
          <a:off x="2299929" y="850755"/>
          <a:ext cx="105327" cy="3230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3004"/>
              </a:lnTo>
              <a:lnTo>
                <a:pt x="105327" y="323004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460A3C-83D4-4F36-8864-3DA0C7EB2F06}">
      <dsp:nvSpPr>
        <dsp:cNvPr id="0" name=""/>
        <dsp:cNvSpPr/>
      </dsp:nvSpPr>
      <dsp:spPr>
        <a:xfrm>
          <a:off x="2580802" y="352205"/>
          <a:ext cx="849641" cy="147458"/>
        </a:xfrm>
        <a:custGeom>
          <a:avLst/>
          <a:gdLst/>
          <a:ahLst/>
          <a:cxnLst/>
          <a:rect l="0" t="0" r="0" b="0"/>
          <a:pathLst>
            <a:path>
              <a:moveTo>
                <a:pt x="849641" y="0"/>
              </a:moveTo>
              <a:lnTo>
                <a:pt x="849641" y="73729"/>
              </a:lnTo>
              <a:lnTo>
                <a:pt x="0" y="73729"/>
              </a:lnTo>
              <a:lnTo>
                <a:pt x="0" y="14745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137AAB-D865-4243-9A33-5664D9FC0B49}">
      <dsp:nvSpPr>
        <dsp:cNvPr id="0" name=""/>
        <dsp:cNvSpPr/>
      </dsp:nvSpPr>
      <dsp:spPr>
        <a:xfrm>
          <a:off x="3079352" y="1113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Обслуживание клиента</a:t>
          </a:r>
        </a:p>
      </dsp:txBody>
      <dsp:txXfrm>
        <a:off x="3079352" y="1113"/>
        <a:ext cx="702183" cy="351091"/>
      </dsp:txXfrm>
    </dsp:sp>
    <dsp:sp modelId="{A63D51CC-2006-4E00-A835-1347B4A72772}">
      <dsp:nvSpPr>
        <dsp:cNvPr id="0" name=""/>
        <dsp:cNvSpPr/>
      </dsp:nvSpPr>
      <dsp:spPr>
        <a:xfrm>
          <a:off x="2229711" y="499663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Приём и оформление заказа</a:t>
          </a:r>
        </a:p>
      </dsp:txBody>
      <dsp:txXfrm>
        <a:off x="2229711" y="499663"/>
        <a:ext cx="702183" cy="351091"/>
      </dsp:txXfrm>
    </dsp:sp>
    <dsp:sp modelId="{AE980B04-BC2A-4963-A6DE-FC020F1358B3}">
      <dsp:nvSpPr>
        <dsp:cNvPr id="0" name=""/>
        <dsp:cNvSpPr/>
      </dsp:nvSpPr>
      <dsp:spPr>
        <a:xfrm>
          <a:off x="2405256" y="99821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Принятие заказа</a:t>
          </a:r>
        </a:p>
      </dsp:txBody>
      <dsp:txXfrm>
        <a:off x="2405256" y="998214"/>
        <a:ext cx="702183" cy="351091"/>
      </dsp:txXfrm>
    </dsp:sp>
    <dsp:sp modelId="{EFC3C959-331C-445D-9B47-72881FA314A1}">
      <dsp:nvSpPr>
        <dsp:cNvPr id="0" name=""/>
        <dsp:cNvSpPr/>
      </dsp:nvSpPr>
      <dsp:spPr>
        <a:xfrm>
          <a:off x="2405256" y="149676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Оценка объёма</a:t>
          </a:r>
        </a:p>
      </dsp:txBody>
      <dsp:txXfrm>
        <a:off x="2405256" y="1496764"/>
        <a:ext cx="702183" cy="351091"/>
      </dsp:txXfrm>
    </dsp:sp>
    <dsp:sp modelId="{D90BEF7A-BD41-47BD-BA3D-0186918D59BA}">
      <dsp:nvSpPr>
        <dsp:cNvPr id="0" name=""/>
        <dsp:cNvSpPr/>
      </dsp:nvSpPr>
      <dsp:spPr>
        <a:xfrm>
          <a:off x="2405256" y="199531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Передача в ремонт</a:t>
          </a:r>
        </a:p>
      </dsp:txBody>
      <dsp:txXfrm>
        <a:off x="2405256" y="1995314"/>
        <a:ext cx="702183" cy="351091"/>
      </dsp:txXfrm>
    </dsp:sp>
    <dsp:sp modelId="{20471472-B3C0-4A91-99A9-C63269FA192D}">
      <dsp:nvSpPr>
        <dsp:cNvPr id="0" name=""/>
        <dsp:cNvSpPr/>
      </dsp:nvSpPr>
      <dsp:spPr>
        <a:xfrm>
          <a:off x="3079352" y="499663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Выполнение ремонтных работ</a:t>
          </a:r>
        </a:p>
      </dsp:txBody>
      <dsp:txXfrm>
        <a:off x="3079352" y="499663"/>
        <a:ext cx="702183" cy="351091"/>
      </dsp:txXfrm>
    </dsp:sp>
    <dsp:sp modelId="{B9EFE3C7-A4B3-4490-A5C8-8BE63D0E452D}">
      <dsp:nvSpPr>
        <dsp:cNvPr id="0" name=""/>
        <dsp:cNvSpPr/>
      </dsp:nvSpPr>
      <dsp:spPr>
        <a:xfrm>
          <a:off x="3254898" y="99821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Предварительная оценка</a:t>
          </a:r>
        </a:p>
      </dsp:txBody>
      <dsp:txXfrm>
        <a:off x="3254898" y="998214"/>
        <a:ext cx="702183" cy="351091"/>
      </dsp:txXfrm>
    </dsp:sp>
    <dsp:sp modelId="{4A4EAB34-DF0C-49E9-94BB-7591FABE1FE2}">
      <dsp:nvSpPr>
        <dsp:cNvPr id="0" name=""/>
        <dsp:cNvSpPr/>
      </dsp:nvSpPr>
      <dsp:spPr>
        <a:xfrm>
          <a:off x="3254898" y="149676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Основной ремонт</a:t>
          </a:r>
        </a:p>
      </dsp:txBody>
      <dsp:txXfrm>
        <a:off x="3254898" y="1496764"/>
        <a:ext cx="702183" cy="351091"/>
      </dsp:txXfrm>
    </dsp:sp>
    <dsp:sp modelId="{F82EF610-E354-4048-86D1-C0CDDD2F7519}">
      <dsp:nvSpPr>
        <dsp:cNvPr id="0" name=""/>
        <dsp:cNvSpPr/>
      </dsp:nvSpPr>
      <dsp:spPr>
        <a:xfrm>
          <a:off x="3254898" y="199531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Промежуточная проверка</a:t>
          </a:r>
        </a:p>
      </dsp:txBody>
      <dsp:txXfrm>
        <a:off x="3254898" y="1995314"/>
        <a:ext cx="702183" cy="351091"/>
      </dsp:txXfrm>
    </dsp:sp>
    <dsp:sp modelId="{08BB5DE4-BA43-4412-A7C1-9E480F859986}">
      <dsp:nvSpPr>
        <dsp:cNvPr id="0" name=""/>
        <dsp:cNvSpPr/>
      </dsp:nvSpPr>
      <dsp:spPr>
        <a:xfrm>
          <a:off x="3928994" y="499663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Выдача готового изделия</a:t>
          </a:r>
        </a:p>
      </dsp:txBody>
      <dsp:txXfrm>
        <a:off x="3928994" y="499663"/>
        <a:ext cx="702183" cy="351091"/>
      </dsp:txXfrm>
    </dsp:sp>
    <dsp:sp modelId="{65CBC808-F982-4D9E-9A0B-33913D5C1D2B}">
      <dsp:nvSpPr>
        <dsp:cNvPr id="0" name=""/>
        <dsp:cNvSpPr/>
      </dsp:nvSpPr>
      <dsp:spPr>
        <a:xfrm>
          <a:off x="4104540" y="99821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Финальный контроль</a:t>
          </a:r>
        </a:p>
      </dsp:txBody>
      <dsp:txXfrm>
        <a:off x="4104540" y="998214"/>
        <a:ext cx="702183" cy="351091"/>
      </dsp:txXfrm>
    </dsp:sp>
    <dsp:sp modelId="{0B01C994-D244-4FD4-95FB-48D59F420F82}">
      <dsp:nvSpPr>
        <dsp:cNvPr id="0" name=""/>
        <dsp:cNvSpPr/>
      </dsp:nvSpPr>
      <dsp:spPr>
        <a:xfrm>
          <a:off x="4104540" y="149676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Упаковка</a:t>
          </a:r>
        </a:p>
      </dsp:txBody>
      <dsp:txXfrm>
        <a:off x="4104540" y="1496764"/>
        <a:ext cx="702183" cy="351091"/>
      </dsp:txXfrm>
    </dsp:sp>
    <dsp:sp modelId="{9AB43AFC-6B20-4B83-90F6-DA8407232D38}">
      <dsp:nvSpPr>
        <dsp:cNvPr id="0" name=""/>
        <dsp:cNvSpPr/>
      </dsp:nvSpPr>
      <dsp:spPr>
        <a:xfrm>
          <a:off x="4104540" y="199531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Уведомление клиента</a:t>
          </a:r>
        </a:p>
      </dsp:txBody>
      <dsp:txXfrm>
        <a:off x="4104540" y="1995314"/>
        <a:ext cx="702183" cy="351091"/>
      </dsp:txXfrm>
    </dsp:sp>
    <dsp:sp modelId="{D44C3236-CC3D-4B5B-AA4C-7BC05CA4A2B4}">
      <dsp:nvSpPr>
        <dsp:cNvPr id="0" name=""/>
        <dsp:cNvSpPr/>
      </dsp:nvSpPr>
      <dsp:spPr>
        <a:xfrm>
          <a:off x="4104540" y="2493864"/>
          <a:ext cx="702183" cy="3510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/>
            <a:t>Выдача клиенту</a:t>
          </a:r>
        </a:p>
      </dsp:txBody>
      <dsp:txXfrm>
        <a:off x="4104540" y="2493864"/>
        <a:ext cx="702183" cy="351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A815A-35BC-4173-B5F4-F9E5779966E0}">
      <dsp:nvSpPr>
        <dsp:cNvPr id="0" name=""/>
        <dsp:cNvSpPr/>
      </dsp:nvSpPr>
      <dsp:spPr>
        <a:xfrm>
          <a:off x="2819816" y="1159653"/>
          <a:ext cx="143656" cy="18004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0492"/>
              </a:lnTo>
              <a:lnTo>
                <a:pt x="143656" y="1800492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338A1F-8CE6-4A44-B8F7-71ED7B33A979}">
      <dsp:nvSpPr>
        <dsp:cNvPr id="0" name=""/>
        <dsp:cNvSpPr/>
      </dsp:nvSpPr>
      <dsp:spPr>
        <a:xfrm>
          <a:off x="2819816" y="1159653"/>
          <a:ext cx="143656" cy="1120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519"/>
              </a:lnTo>
              <a:lnTo>
                <a:pt x="143656" y="1120519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3AD826-DE47-4061-816B-E19000D2CD97}">
      <dsp:nvSpPr>
        <dsp:cNvPr id="0" name=""/>
        <dsp:cNvSpPr/>
      </dsp:nvSpPr>
      <dsp:spPr>
        <a:xfrm>
          <a:off x="2819816" y="1159653"/>
          <a:ext cx="143656" cy="440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0546"/>
              </a:lnTo>
              <a:lnTo>
                <a:pt x="143656" y="440546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03A82E-5EDD-446E-8885-6CC27C670929}">
      <dsp:nvSpPr>
        <dsp:cNvPr id="0" name=""/>
        <dsp:cNvSpPr/>
      </dsp:nvSpPr>
      <dsp:spPr>
        <a:xfrm>
          <a:off x="2623486" y="479680"/>
          <a:ext cx="579413" cy="201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559"/>
              </a:lnTo>
              <a:lnTo>
                <a:pt x="579413" y="100559"/>
              </a:lnTo>
              <a:lnTo>
                <a:pt x="579413" y="20111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73E2F9-FF91-4ED3-B1FE-92ED4D75B3F5}">
      <dsp:nvSpPr>
        <dsp:cNvPr id="0" name=""/>
        <dsp:cNvSpPr/>
      </dsp:nvSpPr>
      <dsp:spPr>
        <a:xfrm>
          <a:off x="1660988" y="1159653"/>
          <a:ext cx="143656" cy="18004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0492"/>
              </a:lnTo>
              <a:lnTo>
                <a:pt x="143656" y="1800492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93117E-1EF0-4451-A85A-3DA38604087E}">
      <dsp:nvSpPr>
        <dsp:cNvPr id="0" name=""/>
        <dsp:cNvSpPr/>
      </dsp:nvSpPr>
      <dsp:spPr>
        <a:xfrm>
          <a:off x="1660988" y="1159653"/>
          <a:ext cx="143656" cy="1120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519"/>
              </a:lnTo>
              <a:lnTo>
                <a:pt x="143656" y="1120519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DF02C-001A-4B3B-B69D-C942B6CA9FDC}">
      <dsp:nvSpPr>
        <dsp:cNvPr id="0" name=""/>
        <dsp:cNvSpPr/>
      </dsp:nvSpPr>
      <dsp:spPr>
        <a:xfrm>
          <a:off x="1660988" y="1159653"/>
          <a:ext cx="143656" cy="440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0546"/>
              </a:lnTo>
              <a:lnTo>
                <a:pt x="143656" y="440546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CCA7F3-A86B-4257-994C-AF5A50892546}">
      <dsp:nvSpPr>
        <dsp:cNvPr id="0" name=""/>
        <dsp:cNvSpPr/>
      </dsp:nvSpPr>
      <dsp:spPr>
        <a:xfrm>
          <a:off x="2044072" y="479680"/>
          <a:ext cx="579413" cy="201118"/>
        </a:xfrm>
        <a:custGeom>
          <a:avLst/>
          <a:gdLst/>
          <a:ahLst/>
          <a:cxnLst/>
          <a:rect l="0" t="0" r="0" b="0"/>
          <a:pathLst>
            <a:path>
              <a:moveTo>
                <a:pt x="579413" y="0"/>
              </a:moveTo>
              <a:lnTo>
                <a:pt x="579413" y="100559"/>
              </a:lnTo>
              <a:lnTo>
                <a:pt x="0" y="100559"/>
              </a:lnTo>
              <a:lnTo>
                <a:pt x="0" y="20111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42C614-53AF-4ED5-9893-52CDC0762B14}">
      <dsp:nvSpPr>
        <dsp:cNvPr id="0" name=""/>
        <dsp:cNvSpPr/>
      </dsp:nvSpPr>
      <dsp:spPr>
        <a:xfrm>
          <a:off x="2144631" y="825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Директор мастерской</a:t>
          </a:r>
        </a:p>
      </dsp:txBody>
      <dsp:txXfrm>
        <a:off x="2144631" y="825"/>
        <a:ext cx="957708" cy="478854"/>
      </dsp:txXfrm>
    </dsp:sp>
    <dsp:sp modelId="{193BBB76-DFB6-4A22-93D1-C0CDDC8B44EB}">
      <dsp:nvSpPr>
        <dsp:cNvPr id="0" name=""/>
        <dsp:cNvSpPr/>
      </dsp:nvSpPr>
      <dsp:spPr>
        <a:xfrm>
          <a:off x="1565217" y="680799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Менеджер по обслуживанию клиентов</a:t>
          </a:r>
        </a:p>
      </dsp:txBody>
      <dsp:txXfrm>
        <a:off x="1565217" y="680799"/>
        <a:ext cx="957708" cy="478854"/>
      </dsp:txXfrm>
    </dsp:sp>
    <dsp:sp modelId="{E2BC4162-96DD-42A1-91AB-67ED77CC910F}">
      <dsp:nvSpPr>
        <dsp:cNvPr id="0" name=""/>
        <dsp:cNvSpPr/>
      </dsp:nvSpPr>
      <dsp:spPr>
        <a:xfrm>
          <a:off x="1804645" y="1360772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Приёмщик заказов</a:t>
          </a:r>
        </a:p>
      </dsp:txBody>
      <dsp:txXfrm>
        <a:off x="1804645" y="1360772"/>
        <a:ext cx="957708" cy="478854"/>
      </dsp:txXfrm>
    </dsp:sp>
    <dsp:sp modelId="{EE128868-D5A8-4B12-8655-970D3E7CD272}">
      <dsp:nvSpPr>
        <dsp:cNvPr id="0" name=""/>
        <dsp:cNvSpPr/>
      </dsp:nvSpPr>
      <dsp:spPr>
        <a:xfrm>
          <a:off x="1804645" y="2040746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Упаковщик</a:t>
          </a:r>
        </a:p>
      </dsp:txBody>
      <dsp:txXfrm>
        <a:off x="1804645" y="2040746"/>
        <a:ext cx="957708" cy="478854"/>
      </dsp:txXfrm>
    </dsp:sp>
    <dsp:sp modelId="{BFC485B5-0D10-4F95-A119-42B84ACF66FF}">
      <dsp:nvSpPr>
        <dsp:cNvPr id="0" name=""/>
        <dsp:cNvSpPr/>
      </dsp:nvSpPr>
      <dsp:spPr>
        <a:xfrm>
          <a:off x="1804645" y="2720719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Специалист по учёту и информированию клиентов</a:t>
          </a:r>
        </a:p>
      </dsp:txBody>
      <dsp:txXfrm>
        <a:off x="1804645" y="2720719"/>
        <a:ext cx="957708" cy="478854"/>
      </dsp:txXfrm>
    </dsp:sp>
    <dsp:sp modelId="{1B87C383-AE45-4A71-B705-7BCB084EA980}">
      <dsp:nvSpPr>
        <dsp:cNvPr id="0" name=""/>
        <dsp:cNvSpPr/>
      </dsp:nvSpPr>
      <dsp:spPr>
        <a:xfrm>
          <a:off x="2724045" y="680799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Менеджер производственного участка</a:t>
          </a:r>
        </a:p>
      </dsp:txBody>
      <dsp:txXfrm>
        <a:off x="2724045" y="680799"/>
        <a:ext cx="957708" cy="478854"/>
      </dsp:txXfrm>
    </dsp:sp>
    <dsp:sp modelId="{3C4FE161-BCED-46F5-8A7A-93D7658F3563}">
      <dsp:nvSpPr>
        <dsp:cNvPr id="0" name=""/>
        <dsp:cNvSpPr/>
      </dsp:nvSpPr>
      <dsp:spPr>
        <a:xfrm>
          <a:off x="2963473" y="1360772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Старший мастер </a:t>
          </a:r>
        </a:p>
      </dsp:txBody>
      <dsp:txXfrm>
        <a:off x="2963473" y="1360772"/>
        <a:ext cx="957708" cy="478854"/>
      </dsp:txXfrm>
    </dsp:sp>
    <dsp:sp modelId="{3D6CF784-0BB4-49D5-A479-51FD39582457}">
      <dsp:nvSpPr>
        <dsp:cNvPr id="0" name=""/>
        <dsp:cNvSpPr/>
      </dsp:nvSpPr>
      <dsp:spPr>
        <a:xfrm>
          <a:off x="2963473" y="2040746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мастер </a:t>
          </a:r>
        </a:p>
      </dsp:txBody>
      <dsp:txXfrm>
        <a:off x="2963473" y="2040746"/>
        <a:ext cx="957708" cy="478854"/>
      </dsp:txXfrm>
    </dsp:sp>
    <dsp:sp modelId="{0091186C-A341-41C1-8A72-D42B364010EE}">
      <dsp:nvSpPr>
        <dsp:cNvPr id="0" name=""/>
        <dsp:cNvSpPr/>
      </dsp:nvSpPr>
      <dsp:spPr>
        <a:xfrm>
          <a:off x="2963473" y="2720719"/>
          <a:ext cx="957708" cy="4788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/>
            <a:t>контролёр качества</a:t>
          </a:r>
        </a:p>
      </dsp:txBody>
      <dsp:txXfrm>
        <a:off x="2963473" y="2720719"/>
        <a:ext cx="957708" cy="478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f1c595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f1c595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9f5aafcbb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c9f5aafcbb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854218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5954249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2065754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6118099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1438064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841615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73073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558110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177880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93886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2922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8863782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05110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8672971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0461380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0211985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678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4100" y="204512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highlight>
                  <a:srgbClr val="FFFFFF"/>
                </a:highlight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Анализ и моделирование бизнес-процессов предприятия ремонта обуви</a:t>
            </a:r>
            <a:endParaRPr sz="42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427700" y="4493750"/>
            <a:ext cx="4411500" cy="4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Стецук Максим, ИВТ 3 курс 1гр.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1</a:t>
            </a:r>
            <a:r>
              <a:rPr lang="ru" sz="1800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п.гр.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2988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dirty="0">
                <a:highlight>
                  <a:srgbClr val="FFFFFF"/>
                </a:highlight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Предметная область</a:t>
            </a:r>
            <a:endParaRPr sz="36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466349" y="1113525"/>
            <a:ext cx="8583057" cy="3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Общество с ограниченной ответственностью “Пижон групп" (сокращенное наименование - ООО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“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Пижон Групп")</a:t>
            </a:r>
          </a:p>
          <a:p>
            <a:pPr marL="0" lvl="0" indent="0" algn="l">
              <a:lnSpc>
                <a:spcPct val="115000"/>
              </a:lnSpc>
              <a:buClr>
                <a:schemeClr val="dk1"/>
              </a:buClr>
              <a:buSzPts val="1100"/>
            </a:pPr>
            <a:endParaRPr lang="ru-RU" sz="900" dirty="0">
              <a:solidFill>
                <a:schemeClr val="dk1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lv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В качестве объекта для исследования взят отдельная мастерская сети ООО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“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Пижон Групп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”</a:t>
            </a:r>
            <a:endParaRPr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324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Бизнес-модель А.Остервальдера</a:t>
            </a:r>
            <a:endParaRPr sz="2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3CD2B5-B9A8-4833-834D-03DD2CD29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669" y="472525"/>
            <a:ext cx="5130572" cy="463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468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2800" dirty="0">
                <a:latin typeface="Comic Sans MS"/>
                <a:ea typeface="Comic Sans MS"/>
                <a:cs typeface="Comic Sans MS"/>
                <a:sym typeface="Comic Sans MS"/>
              </a:rPr>
              <a:t>Стратегические</a:t>
            </a:r>
            <a:r>
              <a:rPr lang="ru-RU" sz="3600" dirty="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ru-RU" sz="2800" dirty="0">
                <a:latin typeface="Comic Sans MS"/>
                <a:ea typeface="Comic Sans MS"/>
                <a:cs typeface="Comic Sans MS"/>
                <a:sym typeface="Comic Sans MS"/>
              </a:rPr>
              <a:t>цели</a:t>
            </a:r>
            <a:endParaRPr sz="36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D90E26-5BAD-4DB3-B8A8-C3A49648A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39449"/>
            <a:ext cx="7429500" cy="4400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237427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Стратегическая карта</a:t>
            </a:r>
            <a:endParaRPr sz="2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FE9FC0-3F37-4A34-AA50-F5584C2A7DC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70280" y="1021715"/>
            <a:ext cx="7203440" cy="3100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4068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dirty="0">
                <a:highlight>
                  <a:srgbClr val="FFFFFF"/>
                </a:highlight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Основной бизнес процесс</a:t>
            </a:r>
            <a:endParaRPr sz="36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466350" y="1113525"/>
            <a:ext cx="8211300" cy="3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mic Sans MS"/>
              </a:rPr>
              <a:t>В качестве бизнес-процесса для анализа, моделирования и оптимизации было взято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mic Sans MS"/>
              </a:rPr>
              <a:t> “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mic Sans MS"/>
              </a:rPr>
              <a:t>Обслуживание клиента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mic Sans MS"/>
              </a:rPr>
              <a:t>”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mic Sans MS"/>
              </a:rPr>
              <a:t> </a:t>
            </a:r>
          </a:p>
          <a:p>
            <a:pPr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являющийся одним из ключевых процессов в деятельности обувной мастерской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 охватывает все основные этапы взаимодействия с клиентом — от момента обращения до выдачи выполненного заказа, включая внутренние операции, обеспечивающие качество предоставляемой услуги.</a:t>
            </a:r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endParaRPr lang="ru-RU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4212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2800" dirty="0">
                <a:latin typeface="Comic Sans MS"/>
                <a:ea typeface="Comic Sans MS"/>
                <a:cs typeface="Comic Sans MS"/>
                <a:sym typeface="Comic Sans MS"/>
              </a:rPr>
              <a:t>Иерархия функций процесса и</a:t>
            </a:r>
            <a:br>
              <a:rPr lang="ru-RU" sz="2800" dirty="0"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ru-RU" sz="2800" dirty="0">
                <a:latin typeface="Comic Sans MS"/>
                <a:ea typeface="Comic Sans MS"/>
                <a:cs typeface="Comic Sans MS"/>
                <a:sym typeface="Comic Sans MS"/>
              </a:rPr>
              <a:t>организационная структура</a:t>
            </a:r>
            <a:endParaRPr sz="2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766A924B-A225-4BD3-B7AC-1EFB7052AA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894323"/>
              </p:ext>
            </p:extLst>
          </p:nvPr>
        </p:nvGraphicFramePr>
        <p:xfrm>
          <a:off x="-1143303" y="1375830"/>
          <a:ext cx="7036435" cy="2846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7D8E50EF-DE7E-44CE-B013-0D2DCCBF23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669530"/>
              </p:ext>
            </p:extLst>
          </p:nvPr>
        </p:nvGraphicFramePr>
        <p:xfrm>
          <a:off x="3578773" y="1198665"/>
          <a:ext cx="5486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396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800" dirty="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Модель в нотации </a:t>
            </a:r>
            <a:r>
              <a:rPr lang="en-US" sz="2800" dirty="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BPMN</a:t>
            </a:r>
            <a:endParaRPr sz="2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555F97-38BE-405D-8231-AB5D823BCA3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" b="20460"/>
          <a:stretch/>
        </p:blipFill>
        <p:spPr bwMode="auto">
          <a:xfrm>
            <a:off x="970280" y="784225"/>
            <a:ext cx="7203440" cy="35750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396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800" dirty="0">
                <a:latin typeface="Comic Sans MS"/>
                <a:ea typeface="Comic Sans MS"/>
                <a:cs typeface="Comic Sans MS"/>
                <a:sym typeface="Comic Sans MS"/>
              </a:rPr>
              <a:t>Экономическая модель</a:t>
            </a:r>
            <a:endParaRPr sz="2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7B7A14F-BF4E-43DD-94F0-69AE731651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16685" y="552188"/>
            <a:ext cx="4910630" cy="4551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4068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dirty="0">
                <a:highlight>
                  <a:srgbClr val="FFFFFF"/>
                </a:highlight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Алтернативные</a:t>
            </a:r>
            <a:r>
              <a:rPr lang="ru" sz="3600" dirty="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ru" sz="3600" dirty="0">
                <a:highlight>
                  <a:srgbClr val="FFFFFF"/>
                </a:highlight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варианты БП</a:t>
            </a:r>
            <a:endParaRPr sz="36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466350" y="1113525"/>
            <a:ext cx="8211300" cy="3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1. Увеличиваем средний чек</a:t>
            </a:r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2. Повышаем квалификацию сотрудников</a:t>
            </a:r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3. Улучшаем атмосферу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4. Увеличиваем маржу, повышаем квалификацию, улучшаем атмосферу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39675"/>
            <a:ext cx="8520600" cy="5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800" dirty="0"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Экономические показатели</a:t>
            </a:r>
            <a:endParaRPr sz="28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1916CB-37CD-4A43-AF4A-A6E1B47473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10305" y="809487"/>
            <a:ext cx="7323389" cy="3524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>
            <a:spLocks noGrp="1"/>
          </p:cNvSpPr>
          <p:nvPr>
            <p:ph type="ctrTitle"/>
          </p:nvPr>
        </p:nvSpPr>
        <p:spPr>
          <a:xfrm>
            <a:off x="311708" y="7563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Спасибо за внимание!</a:t>
            </a:r>
            <a:endParaRPr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</TotalTime>
  <Words>217</Words>
  <Application>Microsoft Office PowerPoint</Application>
  <PresentationFormat>Экран (16:9)</PresentationFormat>
  <Paragraphs>45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Comic Sans MS</vt:lpstr>
      <vt:lpstr>Times New Roman</vt:lpstr>
      <vt:lpstr>Wingdings 3</vt:lpstr>
      <vt:lpstr>Легкий дым</vt:lpstr>
      <vt:lpstr>Анализ и моделирование бизнес-процессов предприятия ремонта обуви</vt:lpstr>
      <vt:lpstr>Предметная область</vt:lpstr>
      <vt:lpstr>Бизнес-модель А.Остервальдера</vt:lpstr>
      <vt:lpstr>Стратегические цели</vt:lpstr>
      <vt:lpstr>Стратегическая карта</vt:lpstr>
      <vt:lpstr>Основной бизнес процесс</vt:lpstr>
      <vt:lpstr>Иерархия функций процесса и организационная структура</vt:lpstr>
      <vt:lpstr>Модель в нотации BPMN</vt:lpstr>
      <vt:lpstr>Экономическая модель</vt:lpstr>
      <vt:lpstr>Алтернативные варианты БП</vt:lpstr>
      <vt:lpstr>Экономические показатели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Ложные друзья переводчика</dc:title>
  <dc:creator>Asus TUF</dc:creator>
  <cp:lastModifiedBy>HORRUS TH</cp:lastModifiedBy>
  <cp:revision>20</cp:revision>
  <dcterms:modified xsi:type="dcterms:W3CDTF">2025-07-01T05:23:14Z</dcterms:modified>
</cp:coreProperties>
</file>