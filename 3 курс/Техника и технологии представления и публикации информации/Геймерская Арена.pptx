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44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Доходы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Sheet1!$A$2:$A$4</c:f>
              <c:strCache>
                <c:ptCount val="3"/>
                <c:pt idx="0">
                  <c:v>Аренда ИС</c:v>
                </c:pt>
                <c:pt idx="1">
                  <c:v>Турниры</c:v>
                </c:pt>
                <c:pt idx="2">
                  <c:v>Обучение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8D-42CE-BBDC-4BE633D116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6A6D-C419-0E68-6DFC-9D384AEFA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9F40B-B58E-B5C8-F4C0-043F8D73B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0534B-67EB-BBBF-9307-7946EE3B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AAD92-35E6-7233-5014-2B9B4BF5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8BA7C-3C7A-F946-FF8B-D38CFF82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90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084D-7B8A-9CC7-0E18-47062FC6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CF05B-1513-6036-5231-6BCA42679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7477F-32CA-54A1-0D30-1E1CE4DF0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E992C-8F18-08C2-D6D0-D169570A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0AE38-2362-BFC5-50BA-AFF99194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70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5B8C-E681-0C63-B22B-92E97F40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87569-5F7B-968B-C0FC-B72EE61AD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8A3FE-197D-7964-4498-748C750D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DBE1D-24A9-AEF5-A8F0-1A036BC4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7A6CC-40AB-7C31-1193-1539D860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21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0DF0-FA53-1116-E355-06C8CFB5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A0B55-9173-744E-9D37-4BFB1A868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A0A2A-F6FF-C1AD-050B-58A521B1D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B888F-46A3-211E-66A9-09CCC28C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2C3E4-B1F5-B8A4-93E5-EDC5A7E1E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AB0EA-95AE-3A5B-46AF-AAA10862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4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9D3E-9D9A-49A6-2F03-43C775C3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88159-BD11-8BA8-59FB-03B6E1484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7D321-DB73-F271-1506-871709EDE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FC491-5913-B657-0183-9CA74EF2E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0634E-8FC1-C442-FEA3-6C353FA79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26EF0-4351-232D-61E1-5F3139D2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EF7C2-BA7D-E173-20CA-E82F01CD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EE632-8742-6077-FEF2-1C64CC71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89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8967-A549-5A93-2CDE-8477B785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E7EE78-371A-1B83-692F-F8E248AD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A818E-4115-64D9-8648-B0EBCC6D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1E451-4B7B-DCBD-F349-D8B91CF2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95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9FF6C-82B1-BA4D-786F-DC3DDC5E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EB729-E9FB-B591-0FE8-D703337A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6E852-9EB4-1118-CBD3-D1155A23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23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5E7A-4575-82C5-BD3A-040D58B53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E2DB-FFF0-0816-D013-4F3182943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72A50-5348-0459-8AFB-344772D1D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DA4FC-56B1-A726-5572-2DB9B30C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CE556-EF66-B9CA-72BF-86762EC4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56F0F-5D51-5218-5C8D-21A5AEE6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18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76742-19E0-57D8-0336-A001E7AE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42622-73AC-C0A8-221D-0E6747AAC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3CCED-9E3E-65BD-9ADE-7900F0F91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1C805-57BF-2215-A3BC-F201FE3E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D91DC-88DD-0F85-1434-AC90DB47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1397D-5161-1B77-3B32-39CEC113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67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AA4E-C375-60BC-66D5-C22B8E80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497E9E-92D1-95B3-F0BA-1D0FA810E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8B2DD-8425-93CC-0D12-AA4B8235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E7A7-2A45-69C0-46D7-4F5BB045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BB6B5-F1CD-6B48-0564-19F78B24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36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B6DDF2-2CC1-8C4A-0B2B-32E01F950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A812F-E44A-57D2-E85F-34DEE6776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DC01E-8F9C-F5FE-0FA7-135A4553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9DB63-5186-AF7F-AD25-60AD1DD4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A2138-2BB5-EA9A-7BC2-AB551841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97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0A18E-0297-93DC-F123-6A9C095D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D0CDC-3356-7699-83CC-58A1DA214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92FF5-636B-D344-E8E3-DA385EB00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C7AD7-E4FC-4148-BDA3-D2F4D5E8EF91}" type="datetimeFigureOut">
              <a:rPr lang="ru-RU" smtClean="0"/>
              <a:t>09.11.2024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57F40-1A36-3BD6-19DA-5994E6292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C5CCB-12D5-4DE4-98B5-805A58318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83D45-C206-4A87-AD41-2CF64842A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37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10" Type="http://schemas.openxmlformats.org/officeDocument/2006/relationships/image" Target="../media/image1.jpg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B931-A5A7-9C9B-FA0C-DFE3A0E9E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5937"/>
            <a:ext cx="9144000" cy="2387600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Геймерская Арена</a:t>
            </a:r>
            <a:endParaRPr lang="ru-RU" dirty="0">
              <a:solidFill>
                <a:schemeClr val="tx2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C268D-42FA-5740-0B43-381D8191B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732" y="3641451"/>
            <a:ext cx="2094186" cy="20941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6713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93F7-EE33-134B-D2B7-8A46C336C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4376"/>
            <a:ext cx="9144000" cy="2387600"/>
          </a:xfrm>
        </p:spPr>
        <p:txBody>
          <a:bodyPr/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Содержание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3D401-C567-4CAB-EA5F-B93423BA7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425" y="3602037"/>
            <a:ext cx="9963150" cy="2541587"/>
          </a:xfrm>
        </p:spPr>
        <p:txBody>
          <a:bodyPr>
            <a:normAutofit fontScale="70000" lnSpcReduction="20000"/>
          </a:bodyPr>
          <a:lstStyle/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1.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2" action="ppaction://hlinksldjump"/>
              </a:rPr>
              <a:t>Деятельность фирмы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2.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3" action="ppaction://hlinksldjump"/>
              </a:rPr>
              <a:t>Девиз (лозунг) фирмы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3.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4" action="ppaction://hlinksldjump"/>
              </a:rPr>
              <a:t>Структура фирмы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5" action="ppaction://hlinksldjump"/>
              </a:rPr>
              <a:t>Директор (руководитель)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5.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6" action="ppaction://hlinksldjump"/>
              </a:rPr>
              <a:t>Диаграмма доходов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6.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7" action="ppaction://hlinksldjump"/>
              </a:rPr>
              <a:t>Как добраться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7.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8" action="ppaction://hlinksldjump"/>
              </a:rPr>
              <a:t>Использованные источники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8.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9" action="ppaction://hlinksldjump"/>
              </a:rPr>
              <a:t>Точка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47A1D-105C-87C6-49FD-E2843CD305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59354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E1011-71DF-46E1-900F-3170CF52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Деятельность фирмы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570D1-0F5F-8777-A1F4-3695445A6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Открытие компьютерного клуба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Проведение турниров по киберспорту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Аренда игровых станций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Обучение и тренировки для геймеров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21B0B-FC64-D09D-F50E-E532674D2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Action Button: Go to Beginning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8D2E3BC-5AB7-C272-22C4-E7FD0EAD071E}"/>
              </a:ext>
            </a:extLst>
          </p:cNvPr>
          <p:cNvSpPr/>
          <p:nvPr/>
        </p:nvSpPr>
        <p:spPr>
          <a:xfrm>
            <a:off x="312516" y="5833641"/>
            <a:ext cx="525684" cy="557635"/>
          </a:xfrm>
          <a:prstGeom prst="actionButtonBeginning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75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6166-D510-81B0-CBE9-8FDFD9523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Девиз фирмы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7F90B-FE2F-EC0A-6124-0F852E069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5863"/>
            <a:ext cx="9144000" cy="1655762"/>
          </a:xfrm>
        </p:spPr>
        <p:txBody>
          <a:bodyPr/>
          <a:lstStyle/>
          <a:p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"Играй, побеждай, развивайся!"</a:t>
            </a:r>
            <a:endParaRPr lang="ru-RU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9DE81-A8DB-E46F-CE7A-04B5A75B7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A86C5E1-9BC6-FD3A-A14B-3932EA4A193C}"/>
              </a:ext>
            </a:extLst>
          </p:cNvPr>
          <p:cNvSpPr/>
          <p:nvPr/>
        </p:nvSpPr>
        <p:spPr>
          <a:xfrm>
            <a:off x="312516" y="5833641"/>
            <a:ext cx="525684" cy="557635"/>
          </a:xfrm>
          <a:prstGeom prst="actionButtonBeginning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95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055B-9E2D-C396-F6E0-730261E72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Структура фирмы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B2111-E0FB-5DC0-44F9-5BE14E638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1457" y="3602038"/>
            <a:ext cx="9144000" cy="1851028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Организационная диаграмма:</a:t>
            </a:r>
            <a:endParaRPr lang="ru-RU" b="0" i="0" dirty="0">
              <a:solidFill>
                <a:srgbClr val="C9D1D9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Директор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Менеджер по турнирам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Администраторы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Техники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Персонал по обслуживанию</a:t>
            </a:r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106416-7E50-8729-E6D8-440D414D6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1CE4968-16C1-75DC-6B5F-C4BE63645381}"/>
              </a:ext>
            </a:extLst>
          </p:cNvPr>
          <p:cNvSpPr/>
          <p:nvPr/>
        </p:nvSpPr>
        <p:spPr>
          <a:xfrm>
            <a:off x="312516" y="5833641"/>
            <a:ext cx="525684" cy="557635"/>
          </a:xfrm>
          <a:prstGeom prst="actionButtonBeginning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941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DC869-8F87-B580-4568-49393B6801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Директор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08BE9-6D90-D6CB-5C38-009D5D363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7304"/>
            <a:ext cx="9144000" cy="165576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Имя:</a:t>
            </a: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 Иванов Иван Иванович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Опыт:</a:t>
            </a: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 10 лет в сфере киберспорта и управления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2F328-E0CB-9477-B495-1F9D796BE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FBA58AF-C0E0-FA7D-5C9A-4E04924D4BC0}"/>
              </a:ext>
            </a:extLst>
          </p:cNvPr>
          <p:cNvSpPr/>
          <p:nvPr/>
        </p:nvSpPr>
        <p:spPr>
          <a:xfrm>
            <a:off x="312516" y="5833641"/>
            <a:ext cx="525684" cy="557635"/>
          </a:xfrm>
          <a:prstGeom prst="actionButtonBeginning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23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54AE-C20B-FBAA-5C22-F9AECD45E4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 Диаграмма по доходам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041B-1676-7C41-708B-A6DD8DB6E3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C9D1D9"/>
                </a:solidFill>
                <a:effectLst/>
                <a:latin typeface="Noto Sans" panose="020B0502040504020204" pitchFamily="34" charset="0"/>
              </a:rPr>
              <a:t>Процент оказываемых услуг:</a:t>
            </a:r>
            <a:endParaRPr lang="ru-RU" b="0" i="0" dirty="0">
              <a:solidFill>
                <a:srgbClr val="C9D1D9"/>
              </a:solidFill>
              <a:effectLst/>
              <a:latin typeface="Noto Sans" panose="020B0502040504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Noto Sans" panose="020B0502040504020204" pitchFamily="34" charset="0"/>
              </a:rPr>
              <a:t>Аренда игровых станций - 50%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Noto Sans" panose="020B0502040504020204" pitchFamily="34" charset="0"/>
              </a:rPr>
              <a:t>Турниры - 30%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Noto Sans" panose="020B0502040504020204" pitchFamily="34" charset="0"/>
              </a:rPr>
              <a:t>Обучение - 20%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02C5E-DB4B-9E19-8A2A-8FA52092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EC9717-A1FE-615C-D07E-21FBF1934C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7034631"/>
              </p:ext>
            </p:extLst>
          </p:nvPr>
        </p:nvGraphicFramePr>
        <p:xfrm>
          <a:off x="8584543" y="1700742"/>
          <a:ext cx="3159124" cy="3557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Action Button: Go to Beginning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E8BF08F-2ABA-08D6-DD60-61511C3FA9DC}"/>
              </a:ext>
            </a:extLst>
          </p:cNvPr>
          <p:cNvSpPr/>
          <p:nvPr/>
        </p:nvSpPr>
        <p:spPr>
          <a:xfrm>
            <a:off x="312516" y="5833641"/>
            <a:ext cx="525684" cy="557635"/>
          </a:xfrm>
          <a:prstGeom prst="actionButtonBeginning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750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B8E8-2777-56B6-DB04-F843D7D71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25" y="553245"/>
            <a:ext cx="7077075" cy="1227930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Noto Sans" panose="020B0502040504020204" pitchFamily="34" charset="0"/>
              </a:rPr>
              <a:t>Как добраться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C317E-9720-CC03-9A4E-638A71B5E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875" y="1781175"/>
            <a:ext cx="9144000" cy="165576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Адрес:</a:t>
            </a: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 ул. Геймерская, д.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A9906-79BD-F4D8-15FB-FF396BC0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AD5E1D-2B1C-A11D-5640-44A397A5E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2422936"/>
            <a:ext cx="5257800" cy="37198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110D6BA0-DD5C-E6A3-8557-4784405964ED}"/>
              </a:ext>
            </a:extLst>
          </p:cNvPr>
          <p:cNvSpPr/>
          <p:nvPr/>
        </p:nvSpPr>
        <p:spPr>
          <a:xfrm>
            <a:off x="3091815" y="4792031"/>
            <a:ext cx="381000" cy="504825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A02F75-5885-2B3D-BDF5-FFBA9A78B6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327" y="2415633"/>
            <a:ext cx="1657979" cy="16557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6EFAC022-630A-8051-A9D9-FABC069C0EA9}"/>
              </a:ext>
            </a:extLst>
          </p:cNvPr>
          <p:cNvSpPr/>
          <p:nvPr/>
        </p:nvSpPr>
        <p:spPr>
          <a:xfrm>
            <a:off x="3222119" y="3713913"/>
            <a:ext cx="381000" cy="504825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A9DAD-C9BB-30A3-4012-D4C16E210F5C}"/>
              </a:ext>
            </a:extLst>
          </p:cNvPr>
          <p:cNvSpPr txBox="1"/>
          <p:nvPr/>
        </p:nvSpPr>
        <p:spPr>
          <a:xfrm>
            <a:off x="6171059" y="4143552"/>
            <a:ext cx="2251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Segoe UI Black" panose="020B0A02040204020203" pitchFamily="34" charset="0"/>
                <a:ea typeface="Segoe UI Black" panose="020B0A02040204020203" pitchFamily="34" charset="0"/>
              </a:rPr>
              <a:t>Спросите Назима в Вайтране</a:t>
            </a:r>
          </a:p>
        </p:txBody>
      </p:sp>
      <p:sp>
        <p:nvSpPr>
          <p:cNvPr id="12" name="Action Button: Go to Beginning 1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8DA9FC0-725A-72E1-1C9F-AF4101E36267}"/>
              </a:ext>
            </a:extLst>
          </p:cNvPr>
          <p:cNvSpPr/>
          <p:nvPr/>
        </p:nvSpPr>
        <p:spPr>
          <a:xfrm>
            <a:off x="312516" y="5833641"/>
            <a:ext cx="525684" cy="557635"/>
          </a:xfrm>
          <a:prstGeom prst="actionButtonBeginning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14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0.00951 -0.152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9" y="-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7.40741E-7 L 0.25508 -0.1092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47" y="-546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animBg="1"/>
      <p:bldP spid="10" grpId="1" animBg="1"/>
      <p:bldP spid="10" grpId="2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F9D0-2A35-3F83-4193-360FF9614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Использованные источники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251E2-0AB8-C1BB-6417-D24144CE0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Официальный сайт клуба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Статистика по киберспорту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C9D1D9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Отзывы клиентов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A914A-1F01-C3AC-57E5-DAEB18990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6D1E39C-7270-9557-1DF6-BA930EBE56DD}"/>
              </a:ext>
            </a:extLst>
          </p:cNvPr>
          <p:cNvSpPr/>
          <p:nvPr/>
        </p:nvSpPr>
        <p:spPr>
          <a:xfrm>
            <a:off x="312516" y="5833641"/>
            <a:ext cx="525684" cy="557635"/>
          </a:xfrm>
          <a:prstGeom prst="actionButtonBeginning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459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AAF9F691-916F-2599-3E9C-7F53F14068AD}"/>
              </a:ext>
            </a:extLst>
          </p:cNvPr>
          <p:cNvSpPr/>
          <p:nvPr/>
        </p:nvSpPr>
        <p:spPr>
          <a:xfrm>
            <a:off x="4652962" y="1803399"/>
            <a:ext cx="2886075" cy="2905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7FB81-7F04-29A8-33F4-184B2771F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Точка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45B8B-FD5B-AB41-AA04-019B18589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Присоединяйтесь к нам и станьте частью геймерского сообщества!</a:t>
            </a:r>
            <a:endParaRPr lang="ru-RU" dirty="0">
              <a:solidFill>
                <a:schemeClr val="tx2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4F24C-B0E1-2D6A-C27B-488342483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57" y="5453066"/>
            <a:ext cx="938210" cy="938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Action Button: Go to Beginning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27E6458-79D6-38F8-97DF-F1A32F2C4DD3}"/>
              </a:ext>
            </a:extLst>
          </p:cNvPr>
          <p:cNvSpPr/>
          <p:nvPr/>
        </p:nvSpPr>
        <p:spPr>
          <a:xfrm>
            <a:off x="312516" y="5833641"/>
            <a:ext cx="525684" cy="557635"/>
          </a:xfrm>
          <a:prstGeom prst="actionButtonBeginning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83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еймерская Арена.potx" id="{C8844905-C1E8-45D6-86EE-8763D0F603AF}" vid="{53F9A7C9-CE69-461E-9A6D-2FD909AD09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154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Noto Sans</vt:lpstr>
      <vt:lpstr>Segoe UI Black</vt:lpstr>
      <vt:lpstr>Office Theme</vt:lpstr>
      <vt:lpstr>Геймерская Арена</vt:lpstr>
      <vt:lpstr>Содержание</vt:lpstr>
      <vt:lpstr>Деятельность фирмы</vt:lpstr>
      <vt:lpstr>Девиз фирмы</vt:lpstr>
      <vt:lpstr>Структура фирмы</vt:lpstr>
      <vt:lpstr>Директор</vt:lpstr>
      <vt:lpstr> Диаграмма по доходам</vt:lpstr>
      <vt:lpstr>Как добраться</vt:lpstr>
      <vt:lpstr>Использованные источники</vt:lpstr>
      <vt:lpstr>Точка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Геймерская Арена</dc:title>
  <dc:creator>skynet</dc:creator>
  <cp:lastModifiedBy>skynet</cp:lastModifiedBy>
  <cp:revision>2</cp:revision>
  <dcterms:created xsi:type="dcterms:W3CDTF">2024-11-09T14:08:28Z</dcterms:created>
  <dcterms:modified xsi:type="dcterms:W3CDTF">2024-11-09T14:16:36Z</dcterms:modified>
</cp:coreProperties>
</file>